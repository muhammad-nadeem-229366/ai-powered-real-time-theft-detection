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60" r:id="rId5"/>
    <p:sldMasterId id="2147483661"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Lst>
  <p:sldSz cy="6858000" cx="12192000"/>
  <p:notesSz cx="6858000" cy="9144000"/>
  <p:embeddedFontLst>
    <p:embeddedFont>
      <p:font typeface="Century Schoolbook"/>
      <p:regular r:id="rId27"/>
      <p:bold r:id="rId28"/>
      <p:italic r:id="rId29"/>
      <p:boldItalic r:id="rId3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4F869F4D-3FA4-4268-B933-FCF326632806}">
  <a:tblStyle styleId="{4F869F4D-3FA4-4268-B933-FCF326632806}" styleName="Table_0">
    <a:wholeTbl>
      <a:tcTxStyle b="off" i="off">
        <a:font>
          <a:latin typeface="Arial"/>
          <a:ea typeface="Arial"/>
          <a:cs typeface="Arial"/>
        </a:font>
        <a:srgbClr val="000000"/>
      </a:tcTxStyle>
      <a:tcStyle>
        <a:tcBdr>
          <a:left>
            <a:ln cap="flat" cmpd="sng" w="12700">
              <a:solidFill>
                <a:srgbClr val="FFFFFF"/>
              </a:solidFill>
              <a:prstDash val="solid"/>
              <a:round/>
              <a:headEnd len="sm" w="sm" type="none"/>
              <a:tailEnd len="sm" w="sm" type="none"/>
            </a:ln>
          </a:left>
          <a:right>
            <a:ln cap="flat" cmpd="sng" w="12700">
              <a:solidFill>
                <a:srgbClr val="FFFFFF"/>
              </a:solidFill>
              <a:prstDash val="solid"/>
              <a:round/>
              <a:headEnd len="sm" w="sm" type="none"/>
              <a:tailEnd len="sm" w="sm" type="none"/>
            </a:ln>
          </a:right>
          <a:top>
            <a:ln cap="flat" cmpd="sng" w="12700">
              <a:solidFill>
                <a:srgbClr val="FFFFFF"/>
              </a:solidFill>
              <a:prstDash val="solid"/>
              <a:round/>
              <a:headEnd len="sm" w="sm" type="none"/>
              <a:tailEnd len="sm" w="sm" type="none"/>
            </a:ln>
          </a:top>
          <a:bottom>
            <a:ln cap="flat" cmpd="sng" w="12700">
              <a:solidFill>
                <a:srgbClr val="FFFFFF"/>
              </a:solidFill>
              <a:prstDash val="solid"/>
              <a:round/>
              <a:headEnd len="sm" w="sm" type="none"/>
              <a:tailEnd len="sm" w="sm" type="none"/>
            </a:ln>
          </a:bottom>
          <a:insideH>
            <a:ln cap="flat" cmpd="sng" w="12700">
              <a:solidFill>
                <a:srgbClr val="FFFFFF"/>
              </a:solidFill>
              <a:prstDash val="solid"/>
              <a:round/>
              <a:headEnd len="sm" w="sm" type="none"/>
              <a:tailEnd len="sm" w="sm" type="none"/>
            </a:ln>
          </a:insideH>
          <a:insideV>
            <a:ln cap="flat" cmpd="sng" w="12700">
              <a:solidFill>
                <a:srgbClr val="FFFFFF"/>
              </a:solidFill>
              <a:prstDash val="solid"/>
              <a:round/>
              <a:headEnd len="sm" w="sm" type="none"/>
              <a:tailEnd len="sm" w="sm" type="none"/>
            </a:ln>
          </a:insideV>
        </a:tcBdr>
        <a:fill>
          <a:solidFill>
            <a:srgbClr val="EBEBEB"/>
          </a:solidFill>
        </a:fill>
      </a:tcStyle>
    </a:wholeTbl>
    <a:band1H>
      <a:tcTxStyle b="off" i="off"/>
      <a:tcStyle>
        <a:fill>
          <a:solidFill>
            <a:srgbClr val="D4D4D5"/>
          </a:solidFill>
        </a:fill>
      </a:tcStyle>
    </a:band1H>
    <a:band2H>
      <a:tcTxStyle b="off" i="off"/>
    </a:band2H>
    <a:band1V>
      <a:tcTxStyle b="off" i="off"/>
      <a:tcStyle>
        <a:fill>
          <a:solidFill>
            <a:srgbClr val="D4D4D5"/>
          </a:solidFill>
        </a:fill>
      </a:tcStyle>
    </a:band1V>
    <a:band2V>
      <a:tcTxStyle b="off" i="off"/>
    </a:band2V>
    <a:lastCol>
      <a:tcTxStyle b="on" i="off">
        <a:font>
          <a:latin typeface="Arial"/>
          <a:ea typeface="Arial"/>
          <a:cs typeface="Arial"/>
        </a:font>
        <a:srgbClr val="FFFFFF"/>
      </a:tcTxStyle>
      <a:tcStyle>
        <a:fill>
          <a:solidFill>
            <a:srgbClr val="6F6F74"/>
          </a:solidFill>
        </a:fill>
      </a:tcStyle>
    </a:lastCol>
    <a:firstCol>
      <a:tcTxStyle b="on" i="off">
        <a:font>
          <a:latin typeface="Arial"/>
          <a:ea typeface="Arial"/>
          <a:cs typeface="Arial"/>
        </a:font>
        <a:srgbClr val="FFFFFF"/>
      </a:tcTxStyle>
      <a:tcStyle>
        <a:fill>
          <a:solidFill>
            <a:srgbClr val="6F6F74"/>
          </a:solidFill>
        </a:fill>
      </a:tcStyle>
    </a:firstCol>
    <a:lastRow>
      <a:tcTxStyle b="on" i="off">
        <a:font>
          <a:latin typeface="Arial"/>
          <a:ea typeface="Arial"/>
          <a:cs typeface="Arial"/>
        </a:font>
        <a:srgbClr val="FFFFFF"/>
      </a:tcTxStyle>
      <a:tcStyle>
        <a:tcBdr>
          <a:top>
            <a:ln cap="flat" cmpd="sng" w="38100">
              <a:solidFill>
                <a:srgbClr val="FFFFFF"/>
              </a:solidFill>
              <a:prstDash val="solid"/>
              <a:round/>
              <a:headEnd len="sm" w="sm" type="none"/>
              <a:tailEnd len="sm" w="sm" type="none"/>
            </a:ln>
          </a:top>
        </a:tcBdr>
        <a:fill>
          <a:solidFill>
            <a:srgbClr val="6F6F74"/>
          </a:solidFill>
        </a:fill>
      </a:tcStyle>
    </a:lastRow>
    <a:seCell>
      <a:tcTxStyle b="off" i="off"/>
    </a:seCell>
    <a:swCell>
      <a:tcTxStyle b="off" i="off"/>
    </a:swCell>
    <a:firstRow>
      <a:tcTxStyle b="on" i="off">
        <a:font>
          <a:latin typeface="Arial"/>
          <a:ea typeface="Arial"/>
          <a:cs typeface="Arial"/>
        </a:font>
        <a:srgbClr val="FFFFFF"/>
      </a:tcTxStyle>
      <a:tcStyle>
        <a:tcBdr>
          <a:bottom>
            <a:ln cap="flat" cmpd="sng" w="38100">
              <a:solidFill>
                <a:srgbClr val="FFFFFF"/>
              </a:solidFill>
              <a:prstDash val="solid"/>
              <a:round/>
              <a:headEnd len="sm" w="sm" type="none"/>
              <a:tailEnd len="sm" w="sm" type="none"/>
            </a:ln>
          </a:bottom>
        </a:tcBdr>
        <a:fill>
          <a:solidFill>
            <a:srgbClr val="6F6F74"/>
          </a:solidFill>
        </a:fill>
      </a:tcStyle>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384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3.xml"/><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26" Type="http://schemas.openxmlformats.org/officeDocument/2006/relationships/slide" Target="slides/slide19.xml"/><Relationship Id="rId25" Type="http://schemas.openxmlformats.org/officeDocument/2006/relationships/slide" Target="slides/slide18.xml"/><Relationship Id="rId28" Type="http://schemas.openxmlformats.org/officeDocument/2006/relationships/font" Target="fonts/CenturySchoolbook-bold.fntdata"/><Relationship Id="rId27" Type="http://schemas.openxmlformats.org/officeDocument/2006/relationships/font" Target="fonts/CenturySchoolbook-regular.fntdata"/><Relationship Id="rId5" Type="http://schemas.openxmlformats.org/officeDocument/2006/relationships/slideMaster" Target="slideMasters/slideMaster1.xml"/><Relationship Id="rId6" Type="http://schemas.openxmlformats.org/officeDocument/2006/relationships/slideMaster" Target="slideMasters/slideMaster2.xml"/><Relationship Id="rId29" Type="http://schemas.openxmlformats.org/officeDocument/2006/relationships/font" Target="fonts/CenturySchoolbook-italic.fntdata"/><Relationship Id="rId7" Type="http://schemas.openxmlformats.org/officeDocument/2006/relationships/notesMaster" Target="notesMasters/notesMaster1.xml"/><Relationship Id="rId8" Type="http://schemas.openxmlformats.org/officeDocument/2006/relationships/slide" Target="slides/slide1.xml"/><Relationship Id="rId30" Type="http://schemas.openxmlformats.org/officeDocument/2006/relationships/font" Target="fonts/CenturySchoolbook-boldItalic.fntdata"/><Relationship Id="rId11" Type="http://schemas.openxmlformats.org/officeDocument/2006/relationships/slide" Target="slides/slide4.xml"/><Relationship Id="rId10" Type="http://schemas.openxmlformats.org/officeDocument/2006/relationships/slide" Target="slides/slide3.xml"/><Relationship Id="rId13" Type="http://schemas.openxmlformats.org/officeDocument/2006/relationships/slide" Target="slides/slide6.xml"/><Relationship Id="rId12" Type="http://schemas.openxmlformats.org/officeDocument/2006/relationships/slide" Target="slides/slide5.xml"/><Relationship Id="rId15" Type="http://schemas.openxmlformats.org/officeDocument/2006/relationships/slide" Target="slides/slide8.xml"/><Relationship Id="rId14" Type="http://schemas.openxmlformats.org/officeDocument/2006/relationships/slide" Target="slides/slide7.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4" name="Google Shape;104;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2" name="Google Shape;112;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0" name="Google Shape;120;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8" name="Google Shape;128;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8" name="Google Shape;138;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5" name="Google Shape;145;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2" name="Google Shape;152;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p1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9" name="Google Shape;159;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39c05b7907b_0_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66" name="Google Shape;166;g39c05b7907b_0_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7" name="Google Shape;167;g39c05b7907b_0_2: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39b5b82a940_0_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74" name="Google Shape;174;g39b5b82a940_0_1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5" name="Google Shape;175;g39b5b82a940_0_16: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p1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1" name="Google Shape;181;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g39b5b82a940_0_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89" name="Google Shape;189;g39b5b82a940_0_2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0" name="Google Shape;190;g39b5b82a940_0_24: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g3a243ebf56d_0_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97" name="Google Shape;197;g3a243ebf56d_0_1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8" name="Google Shape;198;g3a243ebf56d_0_1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g39b5b82a940_0_4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05" name="Google Shape;205;g39b5b82a940_0_4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6" name="Google Shape;206;g39b5b82a940_0_46: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p1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3" name="Google Shape;213;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p2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1" name="Google Shape;221;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g3c43576be30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28" name="Google Shape;228;g3c43576be30_0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9" name="Google Shape;229;g3c43576be30_0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p2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5" name="Google Shape;235;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g39c037d15d5_1_1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3" name="Google Shape;243;g39c037d15d5_1_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bg>
      <p:bgPr>
        <a:solidFill>
          <a:srgbClr val="343437"/>
        </a:solidFill>
      </p:bgPr>
    </p:bg>
    <p:spTree>
      <p:nvGrpSpPr>
        <p:cNvPr id="16" name="Shape 16"/>
        <p:cNvGrpSpPr/>
        <p:nvPr/>
      </p:nvGrpSpPr>
      <p:grpSpPr>
        <a:xfrm>
          <a:off x="0" y="0"/>
          <a:ext cx="0" cy="0"/>
          <a:chOff x="0" y="0"/>
          <a:chExt cx="0" cy="0"/>
        </a:xfrm>
      </p:grpSpPr>
      <p:sp>
        <p:nvSpPr>
          <p:cNvPr id="17" name="Google Shape;17;p2"/>
          <p:cNvSpPr txBox="1"/>
          <p:nvPr>
            <p:ph type="ctrTitle"/>
          </p:nvPr>
        </p:nvSpPr>
        <p:spPr>
          <a:xfrm>
            <a:off x="1261872" y="758952"/>
            <a:ext cx="9418200" cy="4041600"/>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chemeClr val="lt1"/>
              </a:buClr>
              <a:buSzPts val="7200"/>
              <a:buFont typeface="Century Schoolbook"/>
              <a:buNone/>
              <a:defRPr sz="72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 name="Google Shape;18;p2"/>
          <p:cNvSpPr txBox="1"/>
          <p:nvPr>
            <p:ph idx="1" type="subTitle"/>
          </p:nvPr>
        </p:nvSpPr>
        <p:spPr>
          <a:xfrm>
            <a:off x="1261872" y="4800600"/>
            <a:ext cx="9418200" cy="1691700"/>
          </a:xfrm>
          <a:prstGeom prst="rect">
            <a:avLst/>
          </a:prstGeom>
          <a:noFill/>
          <a:ln>
            <a:noFill/>
          </a:ln>
        </p:spPr>
        <p:txBody>
          <a:bodyPr anchorCtr="0" anchor="t" bIns="45700" lIns="91425" spcFirstLastPara="1" rIns="91425" wrap="square" tIns="45700">
            <a:normAutofit/>
          </a:bodyPr>
          <a:lstStyle>
            <a:lvl1pPr lvl="0" algn="l">
              <a:lnSpc>
                <a:spcPct val="95000"/>
              </a:lnSpc>
              <a:spcBef>
                <a:spcPts val="1400"/>
              </a:spcBef>
              <a:spcAft>
                <a:spcPts val="0"/>
              </a:spcAft>
              <a:buSzPts val="1760"/>
              <a:buNone/>
              <a:defRPr sz="2200">
                <a:solidFill>
                  <a:srgbClr val="BFBFBF"/>
                </a:solidFill>
              </a:defRPr>
            </a:lvl1pPr>
            <a:lvl2pPr lvl="1" algn="ctr">
              <a:lnSpc>
                <a:spcPct val="90000"/>
              </a:lnSpc>
              <a:spcBef>
                <a:spcPts val="300"/>
              </a:spcBef>
              <a:spcAft>
                <a:spcPts val="0"/>
              </a:spcAft>
              <a:buSzPts val="2200"/>
              <a:buNone/>
              <a:defRPr sz="2200"/>
            </a:lvl2pPr>
            <a:lvl3pPr lvl="2" algn="ctr">
              <a:lnSpc>
                <a:spcPct val="90000"/>
              </a:lnSpc>
              <a:spcBef>
                <a:spcPts val="300"/>
              </a:spcBef>
              <a:spcAft>
                <a:spcPts val="0"/>
              </a:spcAft>
              <a:buSzPts val="2200"/>
              <a:buNone/>
              <a:defRPr sz="2200"/>
            </a:lvl3pPr>
            <a:lvl4pPr lvl="3" algn="ctr">
              <a:lnSpc>
                <a:spcPct val="90000"/>
              </a:lnSpc>
              <a:spcBef>
                <a:spcPts val="300"/>
              </a:spcBef>
              <a:spcAft>
                <a:spcPts val="0"/>
              </a:spcAft>
              <a:buSzPts val="2000"/>
              <a:buNone/>
              <a:defRPr sz="2000"/>
            </a:lvl4pPr>
            <a:lvl5pPr lvl="4" algn="ctr">
              <a:lnSpc>
                <a:spcPct val="90000"/>
              </a:lnSpc>
              <a:spcBef>
                <a:spcPts val="300"/>
              </a:spcBef>
              <a:spcAft>
                <a:spcPts val="0"/>
              </a:spcAft>
              <a:buSzPts val="2000"/>
              <a:buNone/>
              <a:defRPr sz="2000"/>
            </a:lvl5pPr>
            <a:lvl6pPr lvl="5" algn="ctr">
              <a:lnSpc>
                <a:spcPct val="90000"/>
              </a:lnSpc>
              <a:spcBef>
                <a:spcPts val="300"/>
              </a:spcBef>
              <a:spcAft>
                <a:spcPts val="0"/>
              </a:spcAft>
              <a:buSzPts val="2000"/>
              <a:buNone/>
              <a:defRPr sz="2000"/>
            </a:lvl6pPr>
            <a:lvl7pPr lvl="6" algn="ctr">
              <a:lnSpc>
                <a:spcPct val="90000"/>
              </a:lnSpc>
              <a:spcBef>
                <a:spcPts val="300"/>
              </a:spcBef>
              <a:spcAft>
                <a:spcPts val="0"/>
              </a:spcAft>
              <a:buSzPts val="2000"/>
              <a:buNone/>
              <a:defRPr sz="2000"/>
            </a:lvl7pPr>
            <a:lvl8pPr lvl="7" algn="ctr">
              <a:lnSpc>
                <a:spcPct val="90000"/>
              </a:lnSpc>
              <a:spcBef>
                <a:spcPts val="300"/>
              </a:spcBef>
              <a:spcAft>
                <a:spcPts val="0"/>
              </a:spcAft>
              <a:buSzPts val="2000"/>
              <a:buNone/>
              <a:defRPr sz="2000"/>
            </a:lvl8pPr>
            <a:lvl9pPr lvl="8" algn="ctr">
              <a:lnSpc>
                <a:spcPct val="90000"/>
              </a:lnSpc>
              <a:spcBef>
                <a:spcPts val="300"/>
              </a:spcBef>
              <a:spcAft>
                <a:spcPts val="300"/>
              </a:spcAft>
              <a:buSzPts val="2000"/>
              <a:buNone/>
              <a:defRPr sz="2000"/>
            </a:lvl9pPr>
          </a:lstStyle>
          <a:p/>
        </p:txBody>
      </p:sp>
      <p:sp>
        <p:nvSpPr>
          <p:cNvPr id="19" name="Google Shape;19;p2"/>
          <p:cNvSpPr txBox="1"/>
          <p:nvPr>
            <p:ph idx="10" type="dt"/>
          </p:nvPr>
        </p:nvSpPr>
        <p:spPr>
          <a:xfrm rot="-5400000">
            <a:off x="10797529" y="998549"/>
            <a:ext cx="1905000" cy="3651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solidFill>
                  <a:srgbClr val="7F7F7F"/>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2"/>
          <p:cNvSpPr txBox="1"/>
          <p:nvPr>
            <p:ph idx="11" type="ftr"/>
          </p:nvPr>
        </p:nvSpPr>
        <p:spPr>
          <a:xfrm rot="-5400000">
            <a:off x="9959329" y="4046550"/>
            <a:ext cx="35814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rgbClr val="A5A5A5"/>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2"/>
          <p:cNvSpPr txBox="1"/>
          <p:nvPr>
            <p:ph idx="12" type="sldNum"/>
          </p:nvPr>
        </p:nvSpPr>
        <p:spPr>
          <a:xfrm>
            <a:off x="11292840" y="6172200"/>
            <a:ext cx="914400" cy="593700"/>
          </a:xfrm>
          <a:prstGeom prst="rect">
            <a:avLst/>
          </a:prstGeom>
          <a:noFill/>
          <a:ln>
            <a:noFill/>
          </a:ln>
        </p:spPr>
        <p:txBody>
          <a:bodyPr anchorCtr="0" anchor="ctr" bIns="45700" lIns="45700" spcFirstLastPara="1" rIns="45700" wrap="square" tIns="45700">
            <a:normAutofit/>
          </a:bodyPr>
          <a:lstStyle>
            <a:lvl1pPr indent="0" lvl="0" marL="0" algn="ctr">
              <a:spcBef>
                <a:spcPts val="0"/>
              </a:spcBef>
              <a:buNone/>
              <a:defRPr b="0" i="0" sz="3600" u="none" cap="none" strike="noStrike">
                <a:solidFill>
                  <a:srgbClr val="A5A5A5"/>
                </a:solidFill>
                <a:latin typeface="Century Schoolbook"/>
                <a:ea typeface="Century Schoolbook"/>
                <a:cs typeface="Century Schoolbook"/>
                <a:sym typeface="Century Schoolbook"/>
              </a:defRPr>
            </a:lvl1pPr>
            <a:lvl2pPr indent="0" lvl="1" marL="0" algn="ctr">
              <a:spcBef>
                <a:spcPts val="0"/>
              </a:spcBef>
              <a:buNone/>
              <a:defRPr b="0" i="0" sz="3600" u="none" cap="none" strike="noStrike">
                <a:solidFill>
                  <a:srgbClr val="A5A5A5"/>
                </a:solidFill>
                <a:latin typeface="Century Schoolbook"/>
                <a:ea typeface="Century Schoolbook"/>
                <a:cs typeface="Century Schoolbook"/>
                <a:sym typeface="Century Schoolbook"/>
              </a:defRPr>
            </a:lvl2pPr>
            <a:lvl3pPr indent="0" lvl="2" marL="0" algn="ctr">
              <a:spcBef>
                <a:spcPts val="0"/>
              </a:spcBef>
              <a:buNone/>
              <a:defRPr b="0" i="0" sz="3600" u="none" cap="none" strike="noStrike">
                <a:solidFill>
                  <a:srgbClr val="A5A5A5"/>
                </a:solidFill>
                <a:latin typeface="Century Schoolbook"/>
                <a:ea typeface="Century Schoolbook"/>
                <a:cs typeface="Century Schoolbook"/>
                <a:sym typeface="Century Schoolbook"/>
              </a:defRPr>
            </a:lvl3pPr>
            <a:lvl4pPr indent="0" lvl="3" marL="0" algn="ctr">
              <a:spcBef>
                <a:spcPts val="0"/>
              </a:spcBef>
              <a:buNone/>
              <a:defRPr b="0" i="0" sz="3600" u="none" cap="none" strike="noStrike">
                <a:solidFill>
                  <a:srgbClr val="A5A5A5"/>
                </a:solidFill>
                <a:latin typeface="Century Schoolbook"/>
                <a:ea typeface="Century Schoolbook"/>
                <a:cs typeface="Century Schoolbook"/>
                <a:sym typeface="Century Schoolbook"/>
              </a:defRPr>
            </a:lvl4pPr>
            <a:lvl5pPr indent="0" lvl="4" marL="0" algn="ctr">
              <a:spcBef>
                <a:spcPts val="0"/>
              </a:spcBef>
              <a:buNone/>
              <a:defRPr b="0" i="0" sz="3600" u="none" cap="none" strike="noStrike">
                <a:solidFill>
                  <a:srgbClr val="A5A5A5"/>
                </a:solidFill>
                <a:latin typeface="Century Schoolbook"/>
                <a:ea typeface="Century Schoolbook"/>
                <a:cs typeface="Century Schoolbook"/>
                <a:sym typeface="Century Schoolbook"/>
              </a:defRPr>
            </a:lvl5pPr>
            <a:lvl6pPr indent="0" lvl="5" marL="0" algn="ctr">
              <a:spcBef>
                <a:spcPts val="0"/>
              </a:spcBef>
              <a:buNone/>
              <a:defRPr b="0" i="0" sz="3600" u="none" cap="none" strike="noStrike">
                <a:solidFill>
                  <a:srgbClr val="A5A5A5"/>
                </a:solidFill>
                <a:latin typeface="Century Schoolbook"/>
                <a:ea typeface="Century Schoolbook"/>
                <a:cs typeface="Century Schoolbook"/>
                <a:sym typeface="Century Schoolbook"/>
              </a:defRPr>
            </a:lvl6pPr>
            <a:lvl7pPr indent="0" lvl="6" marL="0" algn="ctr">
              <a:spcBef>
                <a:spcPts val="0"/>
              </a:spcBef>
              <a:buNone/>
              <a:defRPr b="0" i="0" sz="3600" u="none" cap="none" strike="noStrike">
                <a:solidFill>
                  <a:srgbClr val="A5A5A5"/>
                </a:solidFill>
                <a:latin typeface="Century Schoolbook"/>
                <a:ea typeface="Century Schoolbook"/>
                <a:cs typeface="Century Schoolbook"/>
                <a:sym typeface="Century Schoolbook"/>
              </a:defRPr>
            </a:lvl7pPr>
            <a:lvl8pPr indent="0" lvl="7" marL="0" algn="ctr">
              <a:spcBef>
                <a:spcPts val="0"/>
              </a:spcBef>
              <a:buNone/>
              <a:defRPr b="0" i="0" sz="3600" u="none" cap="none" strike="noStrike">
                <a:solidFill>
                  <a:srgbClr val="A5A5A5"/>
                </a:solidFill>
                <a:latin typeface="Century Schoolbook"/>
                <a:ea typeface="Century Schoolbook"/>
                <a:cs typeface="Century Schoolbook"/>
                <a:sym typeface="Century Schoolbook"/>
              </a:defRPr>
            </a:lvl8pPr>
            <a:lvl9pPr indent="0" lvl="8" marL="0" algn="ctr">
              <a:spcBef>
                <a:spcPts val="0"/>
              </a:spcBef>
              <a:buNone/>
              <a:defRPr b="0" i="0" sz="3600" u="none" cap="none" strike="noStrike">
                <a:solidFill>
                  <a:srgbClr val="A5A5A5"/>
                </a:solidFill>
                <a:latin typeface="Century Schoolbook"/>
                <a:ea typeface="Century Schoolbook"/>
                <a:cs typeface="Century Schoolbook"/>
                <a:sym typeface="Century Schoolbook"/>
              </a:defRPr>
            </a:lvl9pPr>
          </a:lstStyle>
          <a:p>
            <a:pPr indent="0" lvl="0" marL="0" rtl="0" algn="ctr">
              <a:spcBef>
                <a:spcPts val="0"/>
              </a:spcBef>
              <a:spcAft>
                <a:spcPts val="0"/>
              </a:spcAft>
              <a:buNone/>
            </a:pPr>
            <a:fld id="{00000000-1234-1234-1234-123412341234}" type="slidenum">
              <a:rPr lang="en-US"/>
              <a:t>‹#›</a:t>
            </a:fld>
            <a:endParaRPr/>
          </a:p>
        </p:txBody>
      </p:sp>
      <p:sp>
        <p:nvSpPr>
          <p:cNvPr id="22" name="Google Shape;22;p2"/>
          <p:cNvSpPr/>
          <p:nvPr/>
        </p:nvSpPr>
        <p:spPr>
          <a:xfrm>
            <a:off x="0" y="0"/>
            <a:ext cx="457200" cy="68580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30" name="Shape 30"/>
        <p:cNvGrpSpPr/>
        <p:nvPr/>
      </p:nvGrpSpPr>
      <p:grpSpPr>
        <a:xfrm>
          <a:off x="0" y="0"/>
          <a:ext cx="0" cy="0"/>
          <a:chOff x="0" y="0"/>
          <a:chExt cx="0" cy="0"/>
        </a:xfrm>
      </p:grpSpPr>
      <p:sp>
        <p:nvSpPr>
          <p:cNvPr id="31" name="Google Shape;31;p4"/>
          <p:cNvSpPr txBox="1"/>
          <p:nvPr>
            <p:ph type="title"/>
          </p:nvPr>
        </p:nvSpPr>
        <p:spPr>
          <a:xfrm>
            <a:off x="1261872" y="365760"/>
            <a:ext cx="9692700" cy="13257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2" name="Google Shape;32;p4"/>
          <p:cNvSpPr txBox="1"/>
          <p:nvPr>
            <p:ph idx="1" type="body"/>
          </p:nvPr>
        </p:nvSpPr>
        <p:spPr>
          <a:xfrm>
            <a:off x="1261872" y="1828800"/>
            <a:ext cx="8595300" cy="4351200"/>
          </a:xfrm>
          <a:prstGeom prst="rect">
            <a:avLst/>
          </a:prstGeom>
          <a:noFill/>
          <a:ln>
            <a:noFill/>
          </a:ln>
        </p:spPr>
        <p:txBody>
          <a:bodyPr anchorCtr="0" anchor="t" bIns="45700" lIns="91425" spcFirstLastPara="1" rIns="91425" wrap="square" tIns="45700">
            <a:normAutofit/>
          </a:bodyPr>
          <a:lstStyle>
            <a:lvl1pPr indent="-320040" lvl="0" marL="457200" algn="l">
              <a:lnSpc>
                <a:spcPct val="95000"/>
              </a:lnSpc>
              <a:spcBef>
                <a:spcPts val="1400"/>
              </a:spcBef>
              <a:spcAft>
                <a:spcPts val="0"/>
              </a:spcAft>
              <a:buSzPts val="1440"/>
              <a:buChar char="•"/>
              <a:defRPr/>
            </a:lvl1pPr>
            <a:lvl2pPr indent="-342900" lvl="1" marL="914400" algn="l">
              <a:lnSpc>
                <a:spcPct val="90000"/>
              </a:lnSpc>
              <a:spcBef>
                <a:spcPts val="300"/>
              </a:spcBef>
              <a:spcAft>
                <a:spcPts val="0"/>
              </a:spcAft>
              <a:buSzPts val="1800"/>
              <a:buChar char="●"/>
              <a:defRPr/>
            </a:lvl2pPr>
            <a:lvl3pPr indent="-342900" lvl="2" marL="1371600" algn="l">
              <a:lnSpc>
                <a:spcPct val="90000"/>
              </a:lnSpc>
              <a:spcBef>
                <a:spcPts val="300"/>
              </a:spcBef>
              <a:spcAft>
                <a:spcPts val="0"/>
              </a:spcAft>
              <a:buSzPts val="1800"/>
              <a:buChar char="●"/>
              <a:defRPr/>
            </a:lvl3pPr>
            <a:lvl4pPr indent="-342900" lvl="3" marL="1828800" algn="l">
              <a:lnSpc>
                <a:spcPct val="90000"/>
              </a:lnSpc>
              <a:spcBef>
                <a:spcPts val="300"/>
              </a:spcBef>
              <a:spcAft>
                <a:spcPts val="0"/>
              </a:spcAft>
              <a:buSzPts val="1800"/>
              <a:buChar char="●"/>
              <a:defRPr/>
            </a:lvl4pPr>
            <a:lvl5pPr indent="-342900" lvl="4" marL="2286000" algn="l">
              <a:lnSpc>
                <a:spcPct val="90000"/>
              </a:lnSpc>
              <a:spcBef>
                <a:spcPts val="300"/>
              </a:spcBef>
              <a:spcAft>
                <a:spcPts val="0"/>
              </a:spcAft>
              <a:buSzPts val="1800"/>
              <a:buChar char="●"/>
              <a:defRPr/>
            </a:lvl5pPr>
            <a:lvl6pPr indent="-342900" lvl="5" marL="2743200" algn="l">
              <a:lnSpc>
                <a:spcPct val="90000"/>
              </a:lnSpc>
              <a:spcBef>
                <a:spcPts val="300"/>
              </a:spcBef>
              <a:spcAft>
                <a:spcPts val="0"/>
              </a:spcAft>
              <a:buSzPts val="1800"/>
              <a:buChar char="●"/>
              <a:defRPr/>
            </a:lvl6pPr>
            <a:lvl7pPr indent="-342900" lvl="6" marL="3200400" algn="l">
              <a:lnSpc>
                <a:spcPct val="90000"/>
              </a:lnSpc>
              <a:spcBef>
                <a:spcPts val="300"/>
              </a:spcBef>
              <a:spcAft>
                <a:spcPts val="0"/>
              </a:spcAft>
              <a:buSzPts val="1800"/>
              <a:buChar char="●"/>
              <a:defRPr/>
            </a:lvl7pPr>
            <a:lvl8pPr indent="-342900" lvl="7" marL="3657600" algn="l">
              <a:lnSpc>
                <a:spcPct val="90000"/>
              </a:lnSpc>
              <a:spcBef>
                <a:spcPts val="300"/>
              </a:spcBef>
              <a:spcAft>
                <a:spcPts val="0"/>
              </a:spcAft>
              <a:buSzPts val="1800"/>
              <a:buChar char="●"/>
              <a:defRPr/>
            </a:lvl8pPr>
            <a:lvl9pPr indent="-342900" lvl="8" marL="4114800" algn="l">
              <a:lnSpc>
                <a:spcPct val="90000"/>
              </a:lnSpc>
              <a:spcBef>
                <a:spcPts val="300"/>
              </a:spcBef>
              <a:spcAft>
                <a:spcPts val="300"/>
              </a:spcAft>
              <a:buSzPts val="1800"/>
              <a:buChar char="●"/>
              <a:defRPr/>
            </a:lvl9pPr>
          </a:lstStyle>
          <a:p/>
        </p:txBody>
      </p:sp>
      <p:sp>
        <p:nvSpPr>
          <p:cNvPr id="33" name="Google Shape;33;p4"/>
          <p:cNvSpPr txBox="1"/>
          <p:nvPr>
            <p:ph idx="10" type="dt"/>
          </p:nvPr>
        </p:nvSpPr>
        <p:spPr>
          <a:xfrm rot="-5400000">
            <a:off x="10797529" y="998549"/>
            <a:ext cx="1905000" cy="3651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4"/>
          <p:cNvSpPr txBox="1"/>
          <p:nvPr>
            <p:ph idx="11" type="ftr"/>
          </p:nvPr>
        </p:nvSpPr>
        <p:spPr>
          <a:xfrm rot="-5400000">
            <a:off x="9959329" y="4046550"/>
            <a:ext cx="35814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4"/>
          <p:cNvSpPr txBox="1"/>
          <p:nvPr>
            <p:ph idx="12" type="sldNum"/>
          </p:nvPr>
        </p:nvSpPr>
        <p:spPr>
          <a:xfrm>
            <a:off x="11292840" y="6172200"/>
            <a:ext cx="914400" cy="593700"/>
          </a:xfrm>
          <a:prstGeom prst="rect">
            <a:avLst/>
          </a:prstGeom>
          <a:noFill/>
          <a:ln>
            <a:noFill/>
          </a:ln>
        </p:spPr>
        <p:txBody>
          <a:bodyPr anchorCtr="0" anchor="ctr" bIns="45700" lIns="45700" spcFirstLastPara="1" rIns="45700" wrap="square" tIns="45700">
            <a:norm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bg>
      <p:bgPr>
        <a:solidFill>
          <a:srgbClr val="343437"/>
        </a:solidFill>
      </p:bgPr>
    </p:bg>
    <p:spTree>
      <p:nvGrpSpPr>
        <p:cNvPr id="36" name="Shape 36"/>
        <p:cNvGrpSpPr/>
        <p:nvPr/>
      </p:nvGrpSpPr>
      <p:grpSpPr>
        <a:xfrm>
          <a:off x="0" y="0"/>
          <a:ext cx="0" cy="0"/>
          <a:chOff x="0" y="0"/>
          <a:chExt cx="0" cy="0"/>
        </a:xfrm>
      </p:grpSpPr>
      <p:sp>
        <p:nvSpPr>
          <p:cNvPr id="37" name="Google Shape;37;p5"/>
          <p:cNvSpPr txBox="1"/>
          <p:nvPr>
            <p:ph type="ctrTitle"/>
          </p:nvPr>
        </p:nvSpPr>
        <p:spPr>
          <a:xfrm>
            <a:off x="1261872" y="758952"/>
            <a:ext cx="9418200" cy="4041600"/>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chemeClr val="lt1"/>
              </a:buClr>
              <a:buSzPts val="7200"/>
              <a:buFont typeface="Century Schoolbook"/>
              <a:buNone/>
              <a:defRPr sz="72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 name="Google Shape;38;p5"/>
          <p:cNvSpPr txBox="1"/>
          <p:nvPr>
            <p:ph idx="1" type="subTitle"/>
          </p:nvPr>
        </p:nvSpPr>
        <p:spPr>
          <a:xfrm>
            <a:off x="1261872" y="4800600"/>
            <a:ext cx="9418200" cy="1691700"/>
          </a:xfrm>
          <a:prstGeom prst="rect">
            <a:avLst/>
          </a:prstGeom>
          <a:noFill/>
          <a:ln>
            <a:noFill/>
          </a:ln>
        </p:spPr>
        <p:txBody>
          <a:bodyPr anchorCtr="0" anchor="t" bIns="45700" lIns="91425" spcFirstLastPara="1" rIns="91425" wrap="square" tIns="45700">
            <a:normAutofit/>
          </a:bodyPr>
          <a:lstStyle>
            <a:lvl1pPr lvl="0" algn="l">
              <a:lnSpc>
                <a:spcPct val="95000"/>
              </a:lnSpc>
              <a:spcBef>
                <a:spcPts val="1400"/>
              </a:spcBef>
              <a:spcAft>
                <a:spcPts val="0"/>
              </a:spcAft>
              <a:buSzPts val="1760"/>
              <a:buNone/>
              <a:defRPr sz="2200">
                <a:solidFill>
                  <a:srgbClr val="BFBFBF"/>
                </a:solidFill>
              </a:defRPr>
            </a:lvl1pPr>
            <a:lvl2pPr lvl="1" algn="ctr">
              <a:lnSpc>
                <a:spcPct val="90000"/>
              </a:lnSpc>
              <a:spcBef>
                <a:spcPts val="300"/>
              </a:spcBef>
              <a:spcAft>
                <a:spcPts val="0"/>
              </a:spcAft>
              <a:buSzPts val="2200"/>
              <a:buNone/>
              <a:defRPr sz="2200"/>
            </a:lvl2pPr>
            <a:lvl3pPr lvl="2" algn="ctr">
              <a:lnSpc>
                <a:spcPct val="90000"/>
              </a:lnSpc>
              <a:spcBef>
                <a:spcPts val="300"/>
              </a:spcBef>
              <a:spcAft>
                <a:spcPts val="0"/>
              </a:spcAft>
              <a:buSzPts val="2200"/>
              <a:buNone/>
              <a:defRPr sz="2200"/>
            </a:lvl3pPr>
            <a:lvl4pPr lvl="3" algn="ctr">
              <a:lnSpc>
                <a:spcPct val="90000"/>
              </a:lnSpc>
              <a:spcBef>
                <a:spcPts val="300"/>
              </a:spcBef>
              <a:spcAft>
                <a:spcPts val="0"/>
              </a:spcAft>
              <a:buSzPts val="2000"/>
              <a:buNone/>
              <a:defRPr sz="2000"/>
            </a:lvl4pPr>
            <a:lvl5pPr lvl="4" algn="ctr">
              <a:lnSpc>
                <a:spcPct val="90000"/>
              </a:lnSpc>
              <a:spcBef>
                <a:spcPts val="300"/>
              </a:spcBef>
              <a:spcAft>
                <a:spcPts val="0"/>
              </a:spcAft>
              <a:buSzPts val="2000"/>
              <a:buNone/>
              <a:defRPr sz="2000"/>
            </a:lvl5pPr>
            <a:lvl6pPr lvl="5" algn="ctr">
              <a:lnSpc>
                <a:spcPct val="90000"/>
              </a:lnSpc>
              <a:spcBef>
                <a:spcPts val="300"/>
              </a:spcBef>
              <a:spcAft>
                <a:spcPts val="0"/>
              </a:spcAft>
              <a:buSzPts val="2000"/>
              <a:buNone/>
              <a:defRPr sz="2000"/>
            </a:lvl6pPr>
            <a:lvl7pPr lvl="6" algn="ctr">
              <a:lnSpc>
                <a:spcPct val="90000"/>
              </a:lnSpc>
              <a:spcBef>
                <a:spcPts val="300"/>
              </a:spcBef>
              <a:spcAft>
                <a:spcPts val="0"/>
              </a:spcAft>
              <a:buSzPts val="2000"/>
              <a:buNone/>
              <a:defRPr sz="2000"/>
            </a:lvl7pPr>
            <a:lvl8pPr lvl="7" algn="ctr">
              <a:lnSpc>
                <a:spcPct val="90000"/>
              </a:lnSpc>
              <a:spcBef>
                <a:spcPts val="300"/>
              </a:spcBef>
              <a:spcAft>
                <a:spcPts val="0"/>
              </a:spcAft>
              <a:buSzPts val="2000"/>
              <a:buNone/>
              <a:defRPr sz="2000"/>
            </a:lvl8pPr>
            <a:lvl9pPr lvl="8" algn="ctr">
              <a:lnSpc>
                <a:spcPct val="90000"/>
              </a:lnSpc>
              <a:spcBef>
                <a:spcPts val="300"/>
              </a:spcBef>
              <a:spcAft>
                <a:spcPts val="300"/>
              </a:spcAft>
              <a:buSzPts val="2000"/>
              <a:buNone/>
              <a:defRPr sz="2000"/>
            </a:lvl9pPr>
          </a:lstStyle>
          <a:p/>
        </p:txBody>
      </p:sp>
      <p:sp>
        <p:nvSpPr>
          <p:cNvPr id="39" name="Google Shape;39;p5"/>
          <p:cNvSpPr txBox="1"/>
          <p:nvPr>
            <p:ph idx="10" type="dt"/>
          </p:nvPr>
        </p:nvSpPr>
        <p:spPr>
          <a:xfrm rot="-5400000">
            <a:off x="10797529" y="998549"/>
            <a:ext cx="1905000" cy="3651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solidFill>
                  <a:srgbClr val="7F7F7F"/>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0" name="Google Shape;40;p5"/>
          <p:cNvSpPr txBox="1"/>
          <p:nvPr>
            <p:ph idx="11" type="ftr"/>
          </p:nvPr>
        </p:nvSpPr>
        <p:spPr>
          <a:xfrm rot="-5400000">
            <a:off x="9959329" y="4046550"/>
            <a:ext cx="35814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rgbClr val="A5A5A5"/>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1" name="Google Shape;41;p5"/>
          <p:cNvSpPr txBox="1"/>
          <p:nvPr>
            <p:ph idx="12" type="sldNum"/>
          </p:nvPr>
        </p:nvSpPr>
        <p:spPr>
          <a:xfrm>
            <a:off x="11292840" y="6172200"/>
            <a:ext cx="914400" cy="593700"/>
          </a:xfrm>
          <a:prstGeom prst="rect">
            <a:avLst/>
          </a:prstGeom>
          <a:noFill/>
          <a:ln>
            <a:noFill/>
          </a:ln>
        </p:spPr>
        <p:txBody>
          <a:bodyPr anchorCtr="0" anchor="ctr" bIns="45700" lIns="45700" spcFirstLastPara="1" rIns="45700" wrap="square" tIns="45700">
            <a:normAutofit/>
          </a:bodyPr>
          <a:lstStyle>
            <a:lvl1pPr indent="0" lvl="0" marL="0" algn="ctr">
              <a:spcBef>
                <a:spcPts val="0"/>
              </a:spcBef>
              <a:buNone/>
              <a:defRPr b="0" i="0" sz="3600" u="none" cap="none" strike="noStrike">
                <a:solidFill>
                  <a:srgbClr val="A5A5A5"/>
                </a:solidFill>
                <a:latin typeface="Century Schoolbook"/>
                <a:ea typeface="Century Schoolbook"/>
                <a:cs typeface="Century Schoolbook"/>
                <a:sym typeface="Century Schoolbook"/>
              </a:defRPr>
            </a:lvl1pPr>
            <a:lvl2pPr indent="0" lvl="1" marL="0" algn="ctr">
              <a:spcBef>
                <a:spcPts val="0"/>
              </a:spcBef>
              <a:buNone/>
              <a:defRPr b="0" i="0" sz="3600" u="none" cap="none" strike="noStrike">
                <a:solidFill>
                  <a:srgbClr val="A5A5A5"/>
                </a:solidFill>
                <a:latin typeface="Century Schoolbook"/>
                <a:ea typeface="Century Schoolbook"/>
                <a:cs typeface="Century Schoolbook"/>
                <a:sym typeface="Century Schoolbook"/>
              </a:defRPr>
            </a:lvl2pPr>
            <a:lvl3pPr indent="0" lvl="2" marL="0" algn="ctr">
              <a:spcBef>
                <a:spcPts val="0"/>
              </a:spcBef>
              <a:buNone/>
              <a:defRPr b="0" i="0" sz="3600" u="none" cap="none" strike="noStrike">
                <a:solidFill>
                  <a:srgbClr val="A5A5A5"/>
                </a:solidFill>
                <a:latin typeface="Century Schoolbook"/>
                <a:ea typeface="Century Schoolbook"/>
                <a:cs typeface="Century Schoolbook"/>
                <a:sym typeface="Century Schoolbook"/>
              </a:defRPr>
            </a:lvl3pPr>
            <a:lvl4pPr indent="0" lvl="3" marL="0" algn="ctr">
              <a:spcBef>
                <a:spcPts val="0"/>
              </a:spcBef>
              <a:buNone/>
              <a:defRPr b="0" i="0" sz="3600" u="none" cap="none" strike="noStrike">
                <a:solidFill>
                  <a:srgbClr val="A5A5A5"/>
                </a:solidFill>
                <a:latin typeface="Century Schoolbook"/>
                <a:ea typeface="Century Schoolbook"/>
                <a:cs typeface="Century Schoolbook"/>
                <a:sym typeface="Century Schoolbook"/>
              </a:defRPr>
            </a:lvl4pPr>
            <a:lvl5pPr indent="0" lvl="4" marL="0" algn="ctr">
              <a:spcBef>
                <a:spcPts val="0"/>
              </a:spcBef>
              <a:buNone/>
              <a:defRPr b="0" i="0" sz="3600" u="none" cap="none" strike="noStrike">
                <a:solidFill>
                  <a:srgbClr val="A5A5A5"/>
                </a:solidFill>
                <a:latin typeface="Century Schoolbook"/>
                <a:ea typeface="Century Schoolbook"/>
                <a:cs typeface="Century Schoolbook"/>
                <a:sym typeface="Century Schoolbook"/>
              </a:defRPr>
            </a:lvl5pPr>
            <a:lvl6pPr indent="0" lvl="5" marL="0" algn="ctr">
              <a:spcBef>
                <a:spcPts val="0"/>
              </a:spcBef>
              <a:buNone/>
              <a:defRPr b="0" i="0" sz="3600" u="none" cap="none" strike="noStrike">
                <a:solidFill>
                  <a:srgbClr val="A5A5A5"/>
                </a:solidFill>
                <a:latin typeface="Century Schoolbook"/>
                <a:ea typeface="Century Schoolbook"/>
                <a:cs typeface="Century Schoolbook"/>
                <a:sym typeface="Century Schoolbook"/>
              </a:defRPr>
            </a:lvl6pPr>
            <a:lvl7pPr indent="0" lvl="6" marL="0" algn="ctr">
              <a:spcBef>
                <a:spcPts val="0"/>
              </a:spcBef>
              <a:buNone/>
              <a:defRPr b="0" i="0" sz="3600" u="none" cap="none" strike="noStrike">
                <a:solidFill>
                  <a:srgbClr val="A5A5A5"/>
                </a:solidFill>
                <a:latin typeface="Century Schoolbook"/>
                <a:ea typeface="Century Schoolbook"/>
                <a:cs typeface="Century Schoolbook"/>
                <a:sym typeface="Century Schoolbook"/>
              </a:defRPr>
            </a:lvl7pPr>
            <a:lvl8pPr indent="0" lvl="7" marL="0" algn="ctr">
              <a:spcBef>
                <a:spcPts val="0"/>
              </a:spcBef>
              <a:buNone/>
              <a:defRPr b="0" i="0" sz="3600" u="none" cap="none" strike="noStrike">
                <a:solidFill>
                  <a:srgbClr val="A5A5A5"/>
                </a:solidFill>
                <a:latin typeface="Century Schoolbook"/>
                <a:ea typeface="Century Schoolbook"/>
                <a:cs typeface="Century Schoolbook"/>
                <a:sym typeface="Century Schoolbook"/>
              </a:defRPr>
            </a:lvl8pPr>
            <a:lvl9pPr indent="0" lvl="8" marL="0" algn="ctr">
              <a:spcBef>
                <a:spcPts val="0"/>
              </a:spcBef>
              <a:buNone/>
              <a:defRPr b="0" i="0" sz="3600" u="none" cap="none" strike="noStrike">
                <a:solidFill>
                  <a:srgbClr val="A5A5A5"/>
                </a:solidFill>
                <a:latin typeface="Century Schoolbook"/>
                <a:ea typeface="Century Schoolbook"/>
                <a:cs typeface="Century Schoolbook"/>
                <a:sym typeface="Century Schoolbook"/>
              </a:defRPr>
            </a:lvl9pPr>
          </a:lstStyle>
          <a:p>
            <a:pPr indent="0" lvl="0" marL="0" rtl="0" algn="ctr">
              <a:spcBef>
                <a:spcPts val="0"/>
              </a:spcBef>
              <a:spcAft>
                <a:spcPts val="0"/>
              </a:spcAft>
              <a:buNone/>
            </a:pPr>
            <a:fld id="{00000000-1234-1234-1234-123412341234}" type="slidenum">
              <a:rPr lang="en-US"/>
              <a:t>‹#›</a:t>
            </a:fld>
            <a:endParaRPr/>
          </a:p>
        </p:txBody>
      </p:sp>
      <p:sp>
        <p:nvSpPr>
          <p:cNvPr id="42" name="Google Shape;42;p5"/>
          <p:cNvSpPr/>
          <p:nvPr/>
        </p:nvSpPr>
        <p:spPr>
          <a:xfrm>
            <a:off x="0" y="0"/>
            <a:ext cx="457200" cy="68580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43" name="Shape 43"/>
        <p:cNvGrpSpPr/>
        <p:nvPr/>
      </p:nvGrpSpPr>
      <p:grpSpPr>
        <a:xfrm>
          <a:off x="0" y="0"/>
          <a:ext cx="0" cy="0"/>
          <a:chOff x="0" y="0"/>
          <a:chExt cx="0" cy="0"/>
        </a:xfrm>
      </p:grpSpPr>
      <p:sp>
        <p:nvSpPr>
          <p:cNvPr id="44" name="Google Shape;44;p6"/>
          <p:cNvSpPr txBox="1"/>
          <p:nvPr>
            <p:ph type="title"/>
          </p:nvPr>
        </p:nvSpPr>
        <p:spPr>
          <a:xfrm>
            <a:off x="1261872" y="758952"/>
            <a:ext cx="9418200" cy="4041600"/>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chemeClr val="dk1"/>
              </a:buClr>
              <a:buSzPts val="7200"/>
              <a:buFont typeface="Century Schoolbook"/>
              <a:buNone/>
              <a:defRPr b="0" sz="7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5" name="Google Shape;45;p6"/>
          <p:cNvSpPr txBox="1"/>
          <p:nvPr>
            <p:ph idx="1" type="body"/>
          </p:nvPr>
        </p:nvSpPr>
        <p:spPr>
          <a:xfrm>
            <a:off x="1261872" y="4800600"/>
            <a:ext cx="9418200" cy="1691700"/>
          </a:xfrm>
          <a:prstGeom prst="rect">
            <a:avLst/>
          </a:prstGeom>
          <a:noFill/>
          <a:ln>
            <a:noFill/>
          </a:ln>
        </p:spPr>
        <p:txBody>
          <a:bodyPr anchorCtr="0" anchor="t" bIns="45700" lIns="91425" spcFirstLastPara="1" rIns="91425" wrap="square" tIns="45700">
            <a:normAutofit/>
          </a:bodyPr>
          <a:lstStyle>
            <a:lvl1pPr indent="-228600" lvl="0" marL="457200" algn="l">
              <a:lnSpc>
                <a:spcPct val="95000"/>
              </a:lnSpc>
              <a:spcBef>
                <a:spcPts val="1400"/>
              </a:spcBef>
              <a:spcAft>
                <a:spcPts val="0"/>
              </a:spcAft>
              <a:buSzPts val="1760"/>
              <a:buNone/>
              <a:defRPr sz="2200">
                <a:solidFill>
                  <a:srgbClr val="595959"/>
                </a:solidFill>
              </a:defRPr>
            </a:lvl1pPr>
            <a:lvl2pPr indent="-228600" lvl="1" marL="914400" algn="l">
              <a:lnSpc>
                <a:spcPct val="90000"/>
              </a:lnSpc>
              <a:spcBef>
                <a:spcPts val="300"/>
              </a:spcBef>
              <a:spcAft>
                <a:spcPts val="0"/>
              </a:spcAft>
              <a:buSzPts val="1800"/>
              <a:buNone/>
              <a:defRPr sz="1800">
                <a:solidFill>
                  <a:srgbClr val="888888"/>
                </a:solidFill>
              </a:defRPr>
            </a:lvl2pPr>
            <a:lvl3pPr indent="-228600" lvl="2" marL="1371600" algn="l">
              <a:lnSpc>
                <a:spcPct val="90000"/>
              </a:lnSpc>
              <a:spcBef>
                <a:spcPts val="300"/>
              </a:spcBef>
              <a:spcAft>
                <a:spcPts val="0"/>
              </a:spcAft>
              <a:buSzPts val="1600"/>
              <a:buNone/>
              <a:defRPr sz="1600">
                <a:solidFill>
                  <a:srgbClr val="888888"/>
                </a:solidFill>
              </a:defRPr>
            </a:lvl3pPr>
            <a:lvl4pPr indent="-228600" lvl="3" marL="1828800" algn="l">
              <a:lnSpc>
                <a:spcPct val="90000"/>
              </a:lnSpc>
              <a:spcBef>
                <a:spcPts val="300"/>
              </a:spcBef>
              <a:spcAft>
                <a:spcPts val="0"/>
              </a:spcAft>
              <a:buSzPts val="1400"/>
              <a:buNone/>
              <a:defRPr sz="1400">
                <a:solidFill>
                  <a:srgbClr val="888888"/>
                </a:solidFill>
              </a:defRPr>
            </a:lvl4pPr>
            <a:lvl5pPr indent="-228600" lvl="4" marL="2286000" algn="l">
              <a:lnSpc>
                <a:spcPct val="90000"/>
              </a:lnSpc>
              <a:spcBef>
                <a:spcPts val="300"/>
              </a:spcBef>
              <a:spcAft>
                <a:spcPts val="0"/>
              </a:spcAft>
              <a:buSzPts val="1400"/>
              <a:buNone/>
              <a:defRPr sz="1400">
                <a:solidFill>
                  <a:srgbClr val="888888"/>
                </a:solidFill>
              </a:defRPr>
            </a:lvl5pPr>
            <a:lvl6pPr indent="-228600" lvl="5" marL="2743200" algn="l">
              <a:lnSpc>
                <a:spcPct val="90000"/>
              </a:lnSpc>
              <a:spcBef>
                <a:spcPts val="300"/>
              </a:spcBef>
              <a:spcAft>
                <a:spcPts val="0"/>
              </a:spcAft>
              <a:buSzPts val="1400"/>
              <a:buNone/>
              <a:defRPr sz="1400">
                <a:solidFill>
                  <a:srgbClr val="888888"/>
                </a:solidFill>
              </a:defRPr>
            </a:lvl6pPr>
            <a:lvl7pPr indent="-228600" lvl="6" marL="3200400" algn="l">
              <a:lnSpc>
                <a:spcPct val="90000"/>
              </a:lnSpc>
              <a:spcBef>
                <a:spcPts val="300"/>
              </a:spcBef>
              <a:spcAft>
                <a:spcPts val="0"/>
              </a:spcAft>
              <a:buSzPts val="1400"/>
              <a:buNone/>
              <a:defRPr sz="1400">
                <a:solidFill>
                  <a:srgbClr val="888888"/>
                </a:solidFill>
              </a:defRPr>
            </a:lvl7pPr>
            <a:lvl8pPr indent="-228600" lvl="7" marL="3657600" algn="l">
              <a:lnSpc>
                <a:spcPct val="90000"/>
              </a:lnSpc>
              <a:spcBef>
                <a:spcPts val="300"/>
              </a:spcBef>
              <a:spcAft>
                <a:spcPts val="0"/>
              </a:spcAft>
              <a:buSzPts val="1400"/>
              <a:buNone/>
              <a:defRPr sz="1400">
                <a:solidFill>
                  <a:srgbClr val="888888"/>
                </a:solidFill>
              </a:defRPr>
            </a:lvl8pPr>
            <a:lvl9pPr indent="-228600" lvl="8" marL="4114800" algn="l">
              <a:lnSpc>
                <a:spcPct val="90000"/>
              </a:lnSpc>
              <a:spcBef>
                <a:spcPts val="300"/>
              </a:spcBef>
              <a:spcAft>
                <a:spcPts val="300"/>
              </a:spcAft>
              <a:buSzPts val="1400"/>
              <a:buNone/>
              <a:defRPr sz="1400">
                <a:solidFill>
                  <a:srgbClr val="888888"/>
                </a:solidFill>
              </a:defRPr>
            </a:lvl9pPr>
          </a:lstStyle>
          <a:p/>
        </p:txBody>
      </p:sp>
      <p:sp>
        <p:nvSpPr>
          <p:cNvPr id="46" name="Google Shape;46;p6"/>
          <p:cNvSpPr txBox="1"/>
          <p:nvPr>
            <p:ph idx="10" type="dt"/>
          </p:nvPr>
        </p:nvSpPr>
        <p:spPr>
          <a:xfrm rot="-5400000">
            <a:off x="10797529" y="998549"/>
            <a:ext cx="1905000" cy="3651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6"/>
          <p:cNvSpPr txBox="1"/>
          <p:nvPr>
            <p:ph idx="11" type="ftr"/>
          </p:nvPr>
        </p:nvSpPr>
        <p:spPr>
          <a:xfrm rot="-5400000">
            <a:off x="9959329" y="4046550"/>
            <a:ext cx="35814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6"/>
          <p:cNvSpPr txBox="1"/>
          <p:nvPr>
            <p:ph idx="12" type="sldNum"/>
          </p:nvPr>
        </p:nvSpPr>
        <p:spPr>
          <a:xfrm>
            <a:off x="11292840" y="6172200"/>
            <a:ext cx="914400" cy="593700"/>
          </a:xfrm>
          <a:prstGeom prst="rect">
            <a:avLst/>
          </a:prstGeom>
          <a:noFill/>
          <a:ln>
            <a:noFill/>
          </a:ln>
        </p:spPr>
        <p:txBody>
          <a:bodyPr anchorCtr="0" anchor="ctr" bIns="45700" lIns="45700" spcFirstLastPara="1" rIns="45700" wrap="square" tIns="45700">
            <a:norm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
        <p:nvSpPr>
          <p:cNvPr id="49" name="Google Shape;49;p6"/>
          <p:cNvSpPr/>
          <p:nvPr/>
        </p:nvSpPr>
        <p:spPr>
          <a:xfrm>
            <a:off x="0" y="0"/>
            <a:ext cx="457200" cy="68580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50" name="Shape 50"/>
        <p:cNvGrpSpPr/>
        <p:nvPr/>
      </p:nvGrpSpPr>
      <p:grpSpPr>
        <a:xfrm>
          <a:off x="0" y="0"/>
          <a:ext cx="0" cy="0"/>
          <a:chOff x="0" y="0"/>
          <a:chExt cx="0" cy="0"/>
        </a:xfrm>
      </p:grpSpPr>
      <p:sp>
        <p:nvSpPr>
          <p:cNvPr id="51" name="Google Shape;51;p7"/>
          <p:cNvSpPr txBox="1"/>
          <p:nvPr>
            <p:ph type="title"/>
          </p:nvPr>
        </p:nvSpPr>
        <p:spPr>
          <a:xfrm>
            <a:off x="1261872" y="365760"/>
            <a:ext cx="9692700" cy="13257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2" name="Google Shape;52;p7"/>
          <p:cNvSpPr txBox="1"/>
          <p:nvPr>
            <p:ph idx="1" type="body"/>
          </p:nvPr>
        </p:nvSpPr>
        <p:spPr>
          <a:xfrm>
            <a:off x="1261872" y="1828800"/>
            <a:ext cx="4480500" cy="4351200"/>
          </a:xfrm>
          <a:prstGeom prst="rect">
            <a:avLst/>
          </a:prstGeom>
          <a:noFill/>
          <a:ln>
            <a:noFill/>
          </a:ln>
        </p:spPr>
        <p:txBody>
          <a:bodyPr anchorCtr="0" anchor="t" bIns="45700" lIns="91425" spcFirstLastPara="1" rIns="91425" wrap="square" tIns="45700">
            <a:normAutofit/>
          </a:bodyPr>
          <a:lstStyle>
            <a:lvl1pPr indent="-320040" lvl="0" marL="457200" algn="l">
              <a:lnSpc>
                <a:spcPct val="95000"/>
              </a:lnSpc>
              <a:spcBef>
                <a:spcPts val="1400"/>
              </a:spcBef>
              <a:spcAft>
                <a:spcPts val="0"/>
              </a:spcAft>
              <a:buSzPts val="1440"/>
              <a:buChar char="•"/>
              <a:defRPr sz="1800"/>
            </a:lvl1pPr>
            <a:lvl2pPr indent="-330200" lvl="1" marL="914400" algn="l">
              <a:lnSpc>
                <a:spcPct val="90000"/>
              </a:lnSpc>
              <a:spcBef>
                <a:spcPts val="300"/>
              </a:spcBef>
              <a:spcAft>
                <a:spcPts val="0"/>
              </a:spcAft>
              <a:buSzPts val="1600"/>
              <a:buChar char="●"/>
              <a:defRPr sz="1600"/>
            </a:lvl2pPr>
            <a:lvl3pPr indent="-317500" lvl="2" marL="1371600" algn="l">
              <a:lnSpc>
                <a:spcPct val="90000"/>
              </a:lnSpc>
              <a:spcBef>
                <a:spcPts val="300"/>
              </a:spcBef>
              <a:spcAft>
                <a:spcPts val="0"/>
              </a:spcAft>
              <a:buSzPts val="1400"/>
              <a:buChar char="●"/>
              <a:defRPr sz="1400"/>
            </a:lvl3pPr>
            <a:lvl4pPr indent="-317500" lvl="3" marL="1828800" algn="l">
              <a:lnSpc>
                <a:spcPct val="90000"/>
              </a:lnSpc>
              <a:spcBef>
                <a:spcPts val="300"/>
              </a:spcBef>
              <a:spcAft>
                <a:spcPts val="0"/>
              </a:spcAft>
              <a:buSzPts val="1400"/>
              <a:buChar char="●"/>
              <a:defRPr sz="1400"/>
            </a:lvl4pPr>
            <a:lvl5pPr indent="-317500" lvl="4" marL="2286000" algn="l">
              <a:lnSpc>
                <a:spcPct val="90000"/>
              </a:lnSpc>
              <a:spcBef>
                <a:spcPts val="300"/>
              </a:spcBef>
              <a:spcAft>
                <a:spcPts val="0"/>
              </a:spcAft>
              <a:buSzPts val="1400"/>
              <a:buChar char="●"/>
              <a:defRPr sz="1400"/>
            </a:lvl5pPr>
            <a:lvl6pPr indent="-317500" lvl="5" marL="2743200" algn="l">
              <a:lnSpc>
                <a:spcPct val="90000"/>
              </a:lnSpc>
              <a:spcBef>
                <a:spcPts val="300"/>
              </a:spcBef>
              <a:spcAft>
                <a:spcPts val="0"/>
              </a:spcAft>
              <a:buSzPts val="1400"/>
              <a:buChar char="●"/>
              <a:defRPr sz="1400"/>
            </a:lvl6pPr>
            <a:lvl7pPr indent="-317500" lvl="6" marL="3200400" algn="l">
              <a:lnSpc>
                <a:spcPct val="90000"/>
              </a:lnSpc>
              <a:spcBef>
                <a:spcPts val="300"/>
              </a:spcBef>
              <a:spcAft>
                <a:spcPts val="0"/>
              </a:spcAft>
              <a:buSzPts val="1400"/>
              <a:buChar char="●"/>
              <a:defRPr sz="1400"/>
            </a:lvl7pPr>
            <a:lvl8pPr indent="-317500" lvl="7" marL="3657600" algn="l">
              <a:lnSpc>
                <a:spcPct val="90000"/>
              </a:lnSpc>
              <a:spcBef>
                <a:spcPts val="300"/>
              </a:spcBef>
              <a:spcAft>
                <a:spcPts val="0"/>
              </a:spcAft>
              <a:buSzPts val="1400"/>
              <a:buChar char="●"/>
              <a:defRPr sz="1400"/>
            </a:lvl8pPr>
            <a:lvl9pPr indent="-317500" lvl="8" marL="4114800" algn="l">
              <a:lnSpc>
                <a:spcPct val="90000"/>
              </a:lnSpc>
              <a:spcBef>
                <a:spcPts val="300"/>
              </a:spcBef>
              <a:spcAft>
                <a:spcPts val="300"/>
              </a:spcAft>
              <a:buSzPts val="1400"/>
              <a:buChar char="●"/>
              <a:defRPr sz="1400"/>
            </a:lvl9pPr>
          </a:lstStyle>
          <a:p/>
        </p:txBody>
      </p:sp>
      <p:sp>
        <p:nvSpPr>
          <p:cNvPr id="53" name="Google Shape;53;p7"/>
          <p:cNvSpPr txBox="1"/>
          <p:nvPr>
            <p:ph idx="2" type="body"/>
          </p:nvPr>
        </p:nvSpPr>
        <p:spPr>
          <a:xfrm>
            <a:off x="6126480" y="1828800"/>
            <a:ext cx="4480500" cy="4351200"/>
          </a:xfrm>
          <a:prstGeom prst="rect">
            <a:avLst/>
          </a:prstGeom>
          <a:noFill/>
          <a:ln>
            <a:noFill/>
          </a:ln>
        </p:spPr>
        <p:txBody>
          <a:bodyPr anchorCtr="0" anchor="t" bIns="45700" lIns="91425" spcFirstLastPara="1" rIns="91425" wrap="square" tIns="45700">
            <a:normAutofit/>
          </a:bodyPr>
          <a:lstStyle>
            <a:lvl1pPr indent="-320040" lvl="0" marL="457200" algn="l">
              <a:lnSpc>
                <a:spcPct val="95000"/>
              </a:lnSpc>
              <a:spcBef>
                <a:spcPts val="1400"/>
              </a:spcBef>
              <a:spcAft>
                <a:spcPts val="0"/>
              </a:spcAft>
              <a:buSzPts val="1440"/>
              <a:buChar char="•"/>
              <a:defRPr sz="1800"/>
            </a:lvl1pPr>
            <a:lvl2pPr indent="-330200" lvl="1" marL="914400" algn="l">
              <a:lnSpc>
                <a:spcPct val="90000"/>
              </a:lnSpc>
              <a:spcBef>
                <a:spcPts val="300"/>
              </a:spcBef>
              <a:spcAft>
                <a:spcPts val="0"/>
              </a:spcAft>
              <a:buSzPts val="1600"/>
              <a:buChar char="●"/>
              <a:defRPr sz="1600"/>
            </a:lvl2pPr>
            <a:lvl3pPr indent="-317500" lvl="2" marL="1371600" algn="l">
              <a:lnSpc>
                <a:spcPct val="90000"/>
              </a:lnSpc>
              <a:spcBef>
                <a:spcPts val="300"/>
              </a:spcBef>
              <a:spcAft>
                <a:spcPts val="0"/>
              </a:spcAft>
              <a:buSzPts val="1400"/>
              <a:buChar char="●"/>
              <a:defRPr sz="1400"/>
            </a:lvl3pPr>
            <a:lvl4pPr indent="-317500" lvl="3" marL="1828800" algn="l">
              <a:lnSpc>
                <a:spcPct val="90000"/>
              </a:lnSpc>
              <a:spcBef>
                <a:spcPts val="300"/>
              </a:spcBef>
              <a:spcAft>
                <a:spcPts val="0"/>
              </a:spcAft>
              <a:buSzPts val="1400"/>
              <a:buChar char="●"/>
              <a:defRPr sz="1400"/>
            </a:lvl4pPr>
            <a:lvl5pPr indent="-317500" lvl="4" marL="2286000" algn="l">
              <a:lnSpc>
                <a:spcPct val="90000"/>
              </a:lnSpc>
              <a:spcBef>
                <a:spcPts val="300"/>
              </a:spcBef>
              <a:spcAft>
                <a:spcPts val="0"/>
              </a:spcAft>
              <a:buSzPts val="1400"/>
              <a:buChar char="●"/>
              <a:defRPr sz="1400"/>
            </a:lvl5pPr>
            <a:lvl6pPr indent="-317500" lvl="5" marL="2743200" algn="l">
              <a:lnSpc>
                <a:spcPct val="90000"/>
              </a:lnSpc>
              <a:spcBef>
                <a:spcPts val="300"/>
              </a:spcBef>
              <a:spcAft>
                <a:spcPts val="0"/>
              </a:spcAft>
              <a:buSzPts val="1400"/>
              <a:buChar char="●"/>
              <a:defRPr sz="1400"/>
            </a:lvl6pPr>
            <a:lvl7pPr indent="-317500" lvl="6" marL="3200400" algn="l">
              <a:lnSpc>
                <a:spcPct val="90000"/>
              </a:lnSpc>
              <a:spcBef>
                <a:spcPts val="300"/>
              </a:spcBef>
              <a:spcAft>
                <a:spcPts val="0"/>
              </a:spcAft>
              <a:buSzPts val="1400"/>
              <a:buChar char="●"/>
              <a:defRPr sz="1400"/>
            </a:lvl7pPr>
            <a:lvl8pPr indent="-317500" lvl="7" marL="3657600" algn="l">
              <a:lnSpc>
                <a:spcPct val="90000"/>
              </a:lnSpc>
              <a:spcBef>
                <a:spcPts val="300"/>
              </a:spcBef>
              <a:spcAft>
                <a:spcPts val="0"/>
              </a:spcAft>
              <a:buSzPts val="1400"/>
              <a:buChar char="●"/>
              <a:defRPr sz="1400"/>
            </a:lvl8pPr>
            <a:lvl9pPr indent="-317500" lvl="8" marL="4114800" algn="l">
              <a:lnSpc>
                <a:spcPct val="90000"/>
              </a:lnSpc>
              <a:spcBef>
                <a:spcPts val="300"/>
              </a:spcBef>
              <a:spcAft>
                <a:spcPts val="300"/>
              </a:spcAft>
              <a:buSzPts val="1400"/>
              <a:buChar char="●"/>
              <a:defRPr sz="1400"/>
            </a:lvl9pPr>
          </a:lstStyle>
          <a:p/>
        </p:txBody>
      </p:sp>
      <p:sp>
        <p:nvSpPr>
          <p:cNvPr id="54" name="Google Shape;54;p7"/>
          <p:cNvSpPr txBox="1"/>
          <p:nvPr>
            <p:ph idx="10" type="dt"/>
          </p:nvPr>
        </p:nvSpPr>
        <p:spPr>
          <a:xfrm rot="-5400000">
            <a:off x="10797529" y="998549"/>
            <a:ext cx="1905000" cy="3651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5" name="Google Shape;55;p7"/>
          <p:cNvSpPr txBox="1"/>
          <p:nvPr>
            <p:ph idx="11" type="ftr"/>
          </p:nvPr>
        </p:nvSpPr>
        <p:spPr>
          <a:xfrm rot="-5400000">
            <a:off x="9959329" y="4046550"/>
            <a:ext cx="35814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7"/>
          <p:cNvSpPr txBox="1"/>
          <p:nvPr>
            <p:ph idx="12" type="sldNum"/>
          </p:nvPr>
        </p:nvSpPr>
        <p:spPr>
          <a:xfrm>
            <a:off x="11292840" y="6172200"/>
            <a:ext cx="914400" cy="593700"/>
          </a:xfrm>
          <a:prstGeom prst="rect">
            <a:avLst/>
          </a:prstGeom>
          <a:noFill/>
          <a:ln>
            <a:noFill/>
          </a:ln>
        </p:spPr>
        <p:txBody>
          <a:bodyPr anchorCtr="0" anchor="ctr" bIns="45700" lIns="45700" spcFirstLastPara="1" rIns="45700" wrap="square" tIns="45700">
            <a:norm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57" name="Shape 57"/>
        <p:cNvGrpSpPr/>
        <p:nvPr/>
      </p:nvGrpSpPr>
      <p:grpSpPr>
        <a:xfrm>
          <a:off x="0" y="0"/>
          <a:ext cx="0" cy="0"/>
          <a:chOff x="0" y="0"/>
          <a:chExt cx="0" cy="0"/>
        </a:xfrm>
      </p:grpSpPr>
      <p:sp>
        <p:nvSpPr>
          <p:cNvPr id="58" name="Google Shape;58;p8"/>
          <p:cNvSpPr txBox="1"/>
          <p:nvPr>
            <p:ph type="title"/>
          </p:nvPr>
        </p:nvSpPr>
        <p:spPr>
          <a:xfrm>
            <a:off x="1261872" y="365760"/>
            <a:ext cx="9692700" cy="13257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9" name="Google Shape;59;p8"/>
          <p:cNvSpPr txBox="1"/>
          <p:nvPr>
            <p:ph idx="1" type="body"/>
          </p:nvPr>
        </p:nvSpPr>
        <p:spPr>
          <a:xfrm>
            <a:off x="1261872" y="1713655"/>
            <a:ext cx="4480500" cy="731400"/>
          </a:xfrm>
          <a:prstGeom prst="rect">
            <a:avLst/>
          </a:prstGeom>
          <a:noFill/>
          <a:ln>
            <a:noFill/>
          </a:ln>
        </p:spPr>
        <p:txBody>
          <a:bodyPr anchorCtr="0" anchor="b" bIns="45700" lIns="91425" spcFirstLastPara="1" rIns="91425" wrap="square" tIns="45700">
            <a:normAutofit/>
          </a:bodyPr>
          <a:lstStyle>
            <a:lvl1pPr indent="-228600" lvl="0" marL="457200" algn="l">
              <a:lnSpc>
                <a:spcPct val="95000"/>
              </a:lnSpc>
              <a:spcBef>
                <a:spcPts val="0"/>
              </a:spcBef>
              <a:spcAft>
                <a:spcPts val="0"/>
              </a:spcAft>
              <a:buSzPts val="1600"/>
              <a:buNone/>
              <a:defRPr b="0" sz="2000">
                <a:solidFill>
                  <a:schemeClr val="dk2"/>
                </a:solidFill>
              </a:defRPr>
            </a:lvl1pPr>
            <a:lvl2pPr indent="-228600" lvl="1" marL="914400" algn="l">
              <a:lnSpc>
                <a:spcPct val="90000"/>
              </a:lnSpc>
              <a:spcBef>
                <a:spcPts val="300"/>
              </a:spcBef>
              <a:spcAft>
                <a:spcPts val="0"/>
              </a:spcAft>
              <a:buSzPts val="2000"/>
              <a:buNone/>
              <a:defRPr b="1" sz="2000"/>
            </a:lvl2pPr>
            <a:lvl3pPr indent="-228600" lvl="2" marL="1371600" algn="l">
              <a:lnSpc>
                <a:spcPct val="90000"/>
              </a:lnSpc>
              <a:spcBef>
                <a:spcPts val="300"/>
              </a:spcBef>
              <a:spcAft>
                <a:spcPts val="0"/>
              </a:spcAft>
              <a:buSzPts val="1800"/>
              <a:buNone/>
              <a:defRPr b="1" sz="1800"/>
            </a:lvl3pPr>
            <a:lvl4pPr indent="-228600" lvl="3" marL="1828800" algn="l">
              <a:lnSpc>
                <a:spcPct val="90000"/>
              </a:lnSpc>
              <a:spcBef>
                <a:spcPts val="300"/>
              </a:spcBef>
              <a:spcAft>
                <a:spcPts val="0"/>
              </a:spcAft>
              <a:buSzPts val="1600"/>
              <a:buNone/>
              <a:defRPr b="1" sz="1600"/>
            </a:lvl4pPr>
            <a:lvl5pPr indent="-228600" lvl="4" marL="2286000" algn="l">
              <a:lnSpc>
                <a:spcPct val="90000"/>
              </a:lnSpc>
              <a:spcBef>
                <a:spcPts val="300"/>
              </a:spcBef>
              <a:spcAft>
                <a:spcPts val="0"/>
              </a:spcAft>
              <a:buSzPts val="1600"/>
              <a:buNone/>
              <a:defRPr b="1" sz="1600"/>
            </a:lvl5pPr>
            <a:lvl6pPr indent="-228600" lvl="5" marL="2743200" algn="l">
              <a:lnSpc>
                <a:spcPct val="90000"/>
              </a:lnSpc>
              <a:spcBef>
                <a:spcPts val="300"/>
              </a:spcBef>
              <a:spcAft>
                <a:spcPts val="0"/>
              </a:spcAft>
              <a:buSzPts val="1600"/>
              <a:buNone/>
              <a:defRPr b="1" sz="1600"/>
            </a:lvl6pPr>
            <a:lvl7pPr indent="-228600" lvl="6" marL="3200400" algn="l">
              <a:lnSpc>
                <a:spcPct val="90000"/>
              </a:lnSpc>
              <a:spcBef>
                <a:spcPts val="300"/>
              </a:spcBef>
              <a:spcAft>
                <a:spcPts val="0"/>
              </a:spcAft>
              <a:buSzPts val="1600"/>
              <a:buNone/>
              <a:defRPr b="1" sz="1600"/>
            </a:lvl7pPr>
            <a:lvl8pPr indent="-228600" lvl="7" marL="3657600" algn="l">
              <a:lnSpc>
                <a:spcPct val="90000"/>
              </a:lnSpc>
              <a:spcBef>
                <a:spcPts val="300"/>
              </a:spcBef>
              <a:spcAft>
                <a:spcPts val="0"/>
              </a:spcAft>
              <a:buSzPts val="1600"/>
              <a:buNone/>
              <a:defRPr b="1" sz="1600"/>
            </a:lvl8pPr>
            <a:lvl9pPr indent="-228600" lvl="8" marL="4114800" algn="l">
              <a:lnSpc>
                <a:spcPct val="90000"/>
              </a:lnSpc>
              <a:spcBef>
                <a:spcPts val="300"/>
              </a:spcBef>
              <a:spcAft>
                <a:spcPts val="300"/>
              </a:spcAft>
              <a:buSzPts val="1600"/>
              <a:buNone/>
              <a:defRPr b="1" sz="1600"/>
            </a:lvl9pPr>
          </a:lstStyle>
          <a:p/>
        </p:txBody>
      </p:sp>
      <p:sp>
        <p:nvSpPr>
          <p:cNvPr id="60" name="Google Shape;60;p8"/>
          <p:cNvSpPr txBox="1"/>
          <p:nvPr>
            <p:ph idx="2" type="body"/>
          </p:nvPr>
        </p:nvSpPr>
        <p:spPr>
          <a:xfrm>
            <a:off x="1261872" y="2507550"/>
            <a:ext cx="4480500" cy="3664800"/>
          </a:xfrm>
          <a:prstGeom prst="rect">
            <a:avLst/>
          </a:prstGeom>
          <a:noFill/>
          <a:ln>
            <a:noFill/>
          </a:ln>
        </p:spPr>
        <p:txBody>
          <a:bodyPr anchorCtr="0" anchor="t" bIns="45700" lIns="91425" spcFirstLastPara="1" rIns="91425" wrap="square" tIns="45700">
            <a:normAutofit/>
          </a:bodyPr>
          <a:lstStyle>
            <a:lvl1pPr indent="-320040" lvl="0" marL="457200" algn="l">
              <a:lnSpc>
                <a:spcPct val="95000"/>
              </a:lnSpc>
              <a:spcBef>
                <a:spcPts val="1400"/>
              </a:spcBef>
              <a:spcAft>
                <a:spcPts val="0"/>
              </a:spcAft>
              <a:buSzPts val="1440"/>
              <a:buChar char="•"/>
              <a:defRPr sz="1800"/>
            </a:lvl1pPr>
            <a:lvl2pPr indent="-330200" lvl="1" marL="914400" algn="l">
              <a:lnSpc>
                <a:spcPct val="90000"/>
              </a:lnSpc>
              <a:spcBef>
                <a:spcPts val="300"/>
              </a:spcBef>
              <a:spcAft>
                <a:spcPts val="0"/>
              </a:spcAft>
              <a:buSzPts val="1600"/>
              <a:buChar char="●"/>
              <a:defRPr sz="1600"/>
            </a:lvl2pPr>
            <a:lvl3pPr indent="-317500" lvl="2" marL="1371600" algn="l">
              <a:lnSpc>
                <a:spcPct val="90000"/>
              </a:lnSpc>
              <a:spcBef>
                <a:spcPts val="300"/>
              </a:spcBef>
              <a:spcAft>
                <a:spcPts val="0"/>
              </a:spcAft>
              <a:buSzPts val="1400"/>
              <a:buChar char="●"/>
              <a:defRPr sz="1400"/>
            </a:lvl3pPr>
            <a:lvl4pPr indent="-317500" lvl="3" marL="1828800" algn="l">
              <a:lnSpc>
                <a:spcPct val="90000"/>
              </a:lnSpc>
              <a:spcBef>
                <a:spcPts val="300"/>
              </a:spcBef>
              <a:spcAft>
                <a:spcPts val="0"/>
              </a:spcAft>
              <a:buSzPts val="1400"/>
              <a:buChar char="●"/>
              <a:defRPr sz="1400"/>
            </a:lvl4pPr>
            <a:lvl5pPr indent="-317500" lvl="4" marL="2286000" algn="l">
              <a:lnSpc>
                <a:spcPct val="90000"/>
              </a:lnSpc>
              <a:spcBef>
                <a:spcPts val="300"/>
              </a:spcBef>
              <a:spcAft>
                <a:spcPts val="0"/>
              </a:spcAft>
              <a:buSzPts val="1400"/>
              <a:buChar char="●"/>
              <a:defRPr sz="1400"/>
            </a:lvl5pPr>
            <a:lvl6pPr indent="-317500" lvl="5" marL="2743200" algn="l">
              <a:lnSpc>
                <a:spcPct val="90000"/>
              </a:lnSpc>
              <a:spcBef>
                <a:spcPts val="300"/>
              </a:spcBef>
              <a:spcAft>
                <a:spcPts val="0"/>
              </a:spcAft>
              <a:buSzPts val="1400"/>
              <a:buChar char="●"/>
              <a:defRPr sz="1400"/>
            </a:lvl6pPr>
            <a:lvl7pPr indent="-317500" lvl="6" marL="3200400" algn="l">
              <a:lnSpc>
                <a:spcPct val="90000"/>
              </a:lnSpc>
              <a:spcBef>
                <a:spcPts val="300"/>
              </a:spcBef>
              <a:spcAft>
                <a:spcPts val="0"/>
              </a:spcAft>
              <a:buSzPts val="1400"/>
              <a:buChar char="●"/>
              <a:defRPr sz="1400"/>
            </a:lvl7pPr>
            <a:lvl8pPr indent="-317500" lvl="7" marL="3657600" algn="l">
              <a:lnSpc>
                <a:spcPct val="90000"/>
              </a:lnSpc>
              <a:spcBef>
                <a:spcPts val="300"/>
              </a:spcBef>
              <a:spcAft>
                <a:spcPts val="0"/>
              </a:spcAft>
              <a:buSzPts val="1400"/>
              <a:buChar char="●"/>
              <a:defRPr sz="1400"/>
            </a:lvl8pPr>
            <a:lvl9pPr indent="-317500" lvl="8" marL="4114800" algn="l">
              <a:lnSpc>
                <a:spcPct val="90000"/>
              </a:lnSpc>
              <a:spcBef>
                <a:spcPts val="300"/>
              </a:spcBef>
              <a:spcAft>
                <a:spcPts val="300"/>
              </a:spcAft>
              <a:buSzPts val="1400"/>
              <a:buChar char="●"/>
              <a:defRPr sz="1400"/>
            </a:lvl9pPr>
          </a:lstStyle>
          <a:p/>
        </p:txBody>
      </p:sp>
      <p:sp>
        <p:nvSpPr>
          <p:cNvPr id="61" name="Google Shape;61;p8"/>
          <p:cNvSpPr txBox="1"/>
          <p:nvPr>
            <p:ph idx="3" type="body"/>
          </p:nvPr>
        </p:nvSpPr>
        <p:spPr>
          <a:xfrm>
            <a:off x="6126480" y="1713655"/>
            <a:ext cx="4480500" cy="731400"/>
          </a:xfrm>
          <a:prstGeom prst="rect">
            <a:avLst/>
          </a:prstGeom>
          <a:noFill/>
          <a:ln>
            <a:noFill/>
          </a:ln>
        </p:spPr>
        <p:txBody>
          <a:bodyPr anchorCtr="0" anchor="b" bIns="45700" lIns="91425" spcFirstLastPara="1" rIns="91425" wrap="square" tIns="45700">
            <a:normAutofit/>
          </a:bodyPr>
          <a:lstStyle>
            <a:lvl1pPr indent="-228600" lvl="0" marL="457200" algn="l">
              <a:lnSpc>
                <a:spcPct val="95000"/>
              </a:lnSpc>
              <a:spcBef>
                <a:spcPts val="0"/>
              </a:spcBef>
              <a:spcAft>
                <a:spcPts val="0"/>
              </a:spcAft>
              <a:buSzPts val="1600"/>
              <a:buNone/>
              <a:defRPr b="0" sz="2000">
                <a:solidFill>
                  <a:schemeClr val="dk2"/>
                </a:solidFill>
                <a:latin typeface="Century Schoolbook"/>
                <a:ea typeface="Century Schoolbook"/>
                <a:cs typeface="Century Schoolbook"/>
                <a:sym typeface="Century Schoolbook"/>
              </a:defRPr>
            </a:lvl1pPr>
            <a:lvl2pPr indent="-228600" lvl="1" marL="914400" algn="l">
              <a:lnSpc>
                <a:spcPct val="90000"/>
              </a:lnSpc>
              <a:spcBef>
                <a:spcPts val="300"/>
              </a:spcBef>
              <a:spcAft>
                <a:spcPts val="0"/>
              </a:spcAft>
              <a:buSzPts val="2000"/>
              <a:buNone/>
              <a:defRPr b="1" sz="2000"/>
            </a:lvl2pPr>
            <a:lvl3pPr indent="-228600" lvl="2" marL="1371600" algn="l">
              <a:lnSpc>
                <a:spcPct val="90000"/>
              </a:lnSpc>
              <a:spcBef>
                <a:spcPts val="300"/>
              </a:spcBef>
              <a:spcAft>
                <a:spcPts val="0"/>
              </a:spcAft>
              <a:buSzPts val="1800"/>
              <a:buNone/>
              <a:defRPr b="1" sz="1800"/>
            </a:lvl3pPr>
            <a:lvl4pPr indent="-228600" lvl="3" marL="1828800" algn="l">
              <a:lnSpc>
                <a:spcPct val="90000"/>
              </a:lnSpc>
              <a:spcBef>
                <a:spcPts val="300"/>
              </a:spcBef>
              <a:spcAft>
                <a:spcPts val="0"/>
              </a:spcAft>
              <a:buSzPts val="1600"/>
              <a:buNone/>
              <a:defRPr b="1" sz="1600"/>
            </a:lvl4pPr>
            <a:lvl5pPr indent="-228600" lvl="4" marL="2286000" algn="l">
              <a:lnSpc>
                <a:spcPct val="90000"/>
              </a:lnSpc>
              <a:spcBef>
                <a:spcPts val="300"/>
              </a:spcBef>
              <a:spcAft>
                <a:spcPts val="0"/>
              </a:spcAft>
              <a:buSzPts val="1600"/>
              <a:buNone/>
              <a:defRPr b="1" sz="1600"/>
            </a:lvl5pPr>
            <a:lvl6pPr indent="-228600" lvl="5" marL="2743200" algn="l">
              <a:lnSpc>
                <a:spcPct val="90000"/>
              </a:lnSpc>
              <a:spcBef>
                <a:spcPts val="300"/>
              </a:spcBef>
              <a:spcAft>
                <a:spcPts val="0"/>
              </a:spcAft>
              <a:buSzPts val="1600"/>
              <a:buNone/>
              <a:defRPr b="1" sz="1600"/>
            </a:lvl6pPr>
            <a:lvl7pPr indent="-228600" lvl="6" marL="3200400" algn="l">
              <a:lnSpc>
                <a:spcPct val="90000"/>
              </a:lnSpc>
              <a:spcBef>
                <a:spcPts val="300"/>
              </a:spcBef>
              <a:spcAft>
                <a:spcPts val="0"/>
              </a:spcAft>
              <a:buSzPts val="1600"/>
              <a:buNone/>
              <a:defRPr b="1" sz="1600"/>
            </a:lvl7pPr>
            <a:lvl8pPr indent="-228600" lvl="7" marL="3657600" algn="l">
              <a:lnSpc>
                <a:spcPct val="90000"/>
              </a:lnSpc>
              <a:spcBef>
                <a:spcPts val="300"/>
              </a:spcBef>
              <a:spcAft>
                <a:spcPts val="0"/>
              </a:spcAft>
              <a:buSzPts val="1600"/>
              <a:buNone/>
              <a:defRPr b="1" sz="1600"/>
            </a:lvl8pPr>
            <a:lvl9pPr indent="-228600" lvl="8" marL="4114800" algn="l">
              <a:lnSpc>
                <a:spcPct val="90000"/>
              </a:lnSpc>
              <a:spcBef>
                <a:spcPts val="300"/>
              </a:spcBef>
              <a:spcAft>
                <a:spcPts val="300"/>
              </a:spcAft>
              <a:buSzPts val="1600"/>
              <a:buNone/>
              <a:defRPr b="1" sz="1600"/>
            </a:lvl9pPr>
          </a:lstStyle>
          <a:p/>
        </p:txBody>
      </p:sp>
      <p:sp>
        <p:nvSpPr>
          <p:cNvPr id="62" name="Google Shape;62;p8"/>
          <p:cNvSpPr txBox="1"/>
          <p:nvPr>
            <p:ph idx="4" type="body"/>
          </p:nvPr>
        </p:nvSpPr>
        <p:spPr>
          <a:xfrm>
            <a:off x="6126480" y="2507550"/>
            <a:ext cx="4480500" cy="3664800"/>
          </a:xfrm>
          <a:prstGeom prst="rect">
            <a:avLst/>
          </a:prstGeom>
          <a:noFill/>
          <a:ln>
            <a:noFill/>
          </a:ln>
        </p:spPr>
        <p:txBody>
          <a:bodyPr anchorCtr="0" anchor="t" bIns="45700" lIns="91425" spcFirstLastPara="1" rIns="91425" wrap="square" tIns="45700">
            <a:normAutofit/>
          </a:bodyPr>
          <a:lstStyle>
            <a:lvl1pPr indent="-320040" lvl="0" marL="457200" algn="l">
              <a:lnSpc>
                <a:spcPct val="95000"/>
              </a:lnSpc>
              <a:spcBef>
                <a:spcPts val="1400"/>
              </a:spcBef>
              <a:spcAft>
                <a:spcPts val="0"/>
              </a:spcAft>
              <a:buSzPts val="1440"/>
              <a:buChar char="•"/>
              <a:defRPr sz="1800"/>
            </a:lvl1pPr>
            <a:lvl2pPr indent="-330200" lvl="1" marL="914400" algn="l">
              <a:lnSpc>
                <a:spcPct val="90000"/>
              </a:lnSpc>
              <a:spcBef>
                <a:spcPts val="300"/>
              </a:spcBef>
              <a:spcAft>
                <a:spcPts val="0"/>
              </a:spcAft>
              <a:buSzPts val="1600"/>
              <a:buChar char="●"/>
              <a:defRPr sz="1600"/>
            </a:lvl2pPr>
            <a:lvl3pPr indent="-317500" lvl="2" marL="1371600" algn="l">
              <a:lnSpc>
                <a:spcPct val="90000"/>
              </a:lnSpc>
              <a:spcBef>
                <a:spcPts val="300"/>
              </a:spcBef>
              <a:spcAft>
                <a:spcPts val="0"/>
              </a:spcAft>
              <a:buSzPts val="1400"/>
              <a:buChar char="●"/>
              <a:defRPr sz="1400"/>
            </a:lvl3pPr>
            <a:lvl4pPr indent="-317500" lvl="3" marL="1828800" algn="l">
              <a:lnSpc>
                <a:spcPct val="90000"/>
              </a:lnSpc>
              <a:spcBef>
                <a:spcPts val="300"/>
              </a:spcBef>
              <a:spcAft>
                <a:spcPts val="0"/>
              </a:spcAft>
              <a:buSzPts val="1400"/>
              <a:buChar char="●"/>
              <a:defRPr sz="1400"/>
            </a:lvl4pPr>
            <a:lvl5pPr indent="-317500" lvl="4" marL="2286000" algn="l">
              <a:lnSpc>
                <a:spcPct val="90000"/>
              </a:lnSpc>
              <a:spcBef>
                <a:spcPts val="300"/>
              </a:spcBef>
              <a:spcAft>
                <a:spcPts val="0"/>
              </a:spcAft>
              <a:buSzPts val="1400"/>
              <a:buChar char="●"/>
              <a:defRPr sz="1400"/>
            </a:lvl5pPr>
            <a:lvl6pPr indent="-317500" lvl="5" marL="2743200" algn="l">
              <a:lnSpc>
                <a:spcPct val="90000"/>
              </a:lnSpc>
              <a:spcBef>
                <a:spcPts val="300"/>
              </a:spcBef>
              <a:spcAft>
                <a:spcPts val="0"/>
              </a:spcAft>
              <a:buSzPts val="1400"/>
              <a:buChar char="●"/>
              <a:defRPr sz="1400"/>
            </a:lvl6pPr>
            <a:lvl7pPr indent="-317500" lvl="6" marL="3200400" algn="l">
              <a:lnSpc>
                <a:spcPct val="90000"/>
              </a:lnSpc>
              <a:spcBef>
                <a:spcPts val="300"/>
              </a:spcBef>
              <a:spcAft>
                <a:spcPts val="0"/>
              </a:spcAft>
              <a:buSzPts val="1400"/>
              <a:buChar char="●"/>
              <a:defRPr sz="1400"/>
            </a:lvl7pPr>
            <a:lvl8pPr indent="-317500" lvl="7" marL="3657600" algn="l">
              <a:lnSpc>
                <a:spcPct val="90000"/>
              </a:lnSpc>
              <a:spcBef>
                <a:spcPts val="300"/>
              </a:spcBef>
              <a:spcAft>
                <a:spcPts val="0"/>
              </a:spcAft>
              <a:buSzPts val="1400"/>
              <a:buChar char="●"/>
              <a:defRPr sz="1400"/>
            </a:lvl8pPr>
            <a:lvl9pPr indent="-317500" lvl="8" marL="4114800" algn="l">
              <a:lnSpc>
                <a:spcPct val="90000"/>
              </a:lnSpc>
              <a:spcBef>
                <a:spcPts val="300"/>
              </a:spcBef>
              <a:spcAft>
                <a:spcPts val="300"/>
              </a:spcAft>
              <a:buSzPts val="1400"/>
              <a:buChar char="●"/>
              <a:defRPr sz="1400"/>
            </a:lvl9pPr>
          </a:lstStyle>
          <a:p/>
        </p:txBody>
      </p:sp>
      <p:sp>
        <p:nvSpPr>
          <p:cNvPr id="63" name="Google Shape;63;p8"/>
          <p:cNvSpPr txBox="1"/>
          <p:nvPr>
            <p:ph idx="10" type="dt"/>
          </p:nvPr>
        </p:nvSpPr>
        <p:spPr>
          <a:xfrm rot="-5400000">
            <a:off x="10797529" y="998549"/>
            <a:ext cx="1905000" cy="3651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8"/>
          <p:cNvSpPr txBox="1"/>
          <p:nvPr>
            <p:ph idx="11" type="ftr"/>
          </p:nvPr>
        </p:nvSpPr>
        <p:spPr>
          <a:xfrm rot="-5400000">
            <a:off x="9959329" y="4046550"/>
            <a:ext cx="35814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5" name="Google Shape;65;p8"/>
          <p:cNvSpPr txBox="1"/>
          <p:nvPr>
            <p:ph idx="12" type="sldNum"/>
          </p:nvPr>
        </p:nvSpPr>
        <p:spPr>
          <a:xfrm>
            <a:off x="11292840" y="6172200"/>
            <a:ext cx="914400" cy="593700"/>
          </a:xfrm>
          <a:prstGeom prst="rect">
            <a:avLst/>
          </a:prstGeom>
          <a:noFill/>
          <a:ln>
            <a:noFill/>
          </a:ln>
        </p:spPr>
        <p:txBody>
          <a:bodyPr anchorCtr="0" anchor="ctr" bIns="45700" lIns="45700" spcFirstLastPara="1" rIns="45700" wrap="square" tIns="45700">
            <a:norm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66" name="Shape 66"/>
        <p:cNvGrpSpPr/>
        <p:nvPr/>
      </p:nvGrpSpPr>
      <p:grpSpPr>
        <a:xfrm>
          <a:off x="0" y="0"/>
          <a:ext cx="0" cy="0"/>
          <a:chOff x="0" y="0"/>
          <a:chExt cx="0" cy="0"/>
        </a:xfrm>
      </p:grpSpPr>
      <p:sp>
        <p:nvSpPr>
          <p:cNvPr id="67" name="Google Shape;67;p9"/>
          <p:cNvSpPr txBox="1"/>
          <p:nvPr>
            <p:ph type="title"/>
          </p:nvPr>
        </p:nvSpPr>
        <p:spPr>
          <a:xfrm>
            <a:off x="1261872" y="365760"/>
            <a:ext cx="9692700" cy="13257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8" name="Google Shape;68;p9"/>
          <p:cNvSpPr txBox="1"/>
          <p:nvPr>
            <p:ph idx="10" type="dt"/>
          </p:nvPr>
        </p:nvSpPr>
        <p:spPr>
          <a:xfrm rot="-5400000">
            <a:off x="10797529" y="998549"/>
            <a:ext cx="1905000" cy="3651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9" name="Google Shape;69;p9"/>
          <p:cNvSpPr txBox="1"/>
          <p:nvPr>
            <p:ph idx="11" type="ftr"/>
          </p:nvPr>
        </p:nvSpPr>
        <p:spPr>
          <a:xfrm rot="-5400000">
            <a:off x="9959329" y="4046550"/>
            <a:ext cx="35814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9"/>
          <p:cNvSpPr txBox="1"/>
          <p:nvPr>
            <p:ph idx="12" type="sldNum"/>
          </p:nvPr>
        </p:nvSpPr>
        <p:spPr>
          <a:xfrm>
            <a:off x="11292840" y="6172200"/>
            <a:ext cx="914400" cy="593700"/>
          </a:xfrm>
          <a:prstGeom prst="rect">
            <a:avLst/>
          </a:prstGeom>
          <a:noFill/>
          <a:ln>
            <a:noFill/>
          </a:ln>
        </p:spPr>
        <p:txBody>
          <a:bodyPr anchorCtr="0" anchor="ctr" bIns="45700" lIns="45700" spcFirstLastPara="1" rIns="45700" wrap="square" tIns="45700">
            <a:norm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71" name="Shape 71"/>
        <p:cNvGrpSpPr/>
        <p:nvPr/>
      </p:nvGrpSpPr>
      <p:grpSpPr>
        <a:xfrm>
          <a:off x="0" y="0"/>
          <a:ext cx="0" cy="0"/>
          <a:chOff x="0" y="0"/>
          <a:chExt cx="0" cy="0"/>
        </a:xfrm>
      </p:grpSpPr>
      <p:sp>
        <p:nvSpPr>
          <p:cNvPr id="72" name="Google Shape;72;p10"/>
          <p:cNvSpPr txBox="1"/>
          <p:nvPr>
            <p:ph idx="10" type="dt"/>
          </p:nvPr>
        </p:nvSpPr>
        <p:spPr>
          <a:xfrm rot="-5400000">
            <a:off x="10797529" y="998549"/>
            <a:ext cx="1905000" cy="3651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0"/>
          <p:cNvSpPr txBox="1"/>
          <p:nvPr>
            <p:ph idx="11" type="ftr"/>
          </p:nvPr>
        </p:nvSpPr>
        <p:spPr>
          <a:xfrm rot="-5400000">
            <a:off x="9959329" y="4046550"/>
            <a:ext cx="35814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4" name="Google Shape;74;p10"/>
          <p:cNvSpPr txBox="1"/>
          <p:nvPr>
            <p:ph idx="12" type="sldNum"/>
          </p:nvPr>
        </p:nvSpPr>
        <p:spPr>
          <a:xfrm>
            <a:off x="11292840" y="6172200"/>
            <a:ext cx="914400" cy="593700"/>
          </a:xfrm>
          <a:prstGeom prst="rect">
            <a:avLst/>
          </a:prstGeom>
          <a:noFill/>
          <a:ln>
            <a:noFill/>
          </a:ln>
        </p:spPr>
        <p:txBody>
          <a:bodyPr anchorCtr="0" anchor="ctr" bIns="45700" lIns="45700" spcFirstLastPara="1" rIns="45700" wrap="square" tIns="45700">
            <a:norm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75" name="Shape 75"/>
        <p:cNvGrpSpPr/>
        <p:nvPr/>
      </p:nvGrpSpPr>
      <p:grpSpPr>
        <a:xfrm>
          <a:off x="0" y="0"/>
          <a:ext cx="0" cy="0"/>
          <a:chOff x="0" y="0"/>
          <a:chExt cx="0" cy="0"/>
        </a:xfrm>
      </p:grpSpPr>
      <p:sp>
        <p:nvSpPr>
          <p:cNvPr id="76" name="Google Shape;76;p11"/>
          <p:cNvSpPr txBox="1"/>
          <p:nvPr>
            <p:ph type="title"/>
          </p:nvPr>
        </p:nvSpPr>
        <p:spPr>
          <a:xfrm>
            <a:off x="841248" y="457200"/>
            <a:ext cx="3200400"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entury Schoolbook"/>
              <a:buNone/>
              <a:defRPr b="0"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7" name="Google Shape;77;p11"/>
          <p:cNvSpPr txBox="1"/>
          <p:nvPr>
            <p:ph idx="1" type="body"/>
          </p:nvPr>
        </p:nvSpPr>
        <p:spPr>
          <a:xfrm>
            <a:off x="4504267" y="685800"/>
            <a:ext cx="6079200" cy="5486400"/>
          </a:xfrm>
          <a:prstGeom prst="rect">
            <a:avLst/>
          </a:prstGeom>
          <a:noFill/>
          <a:ln>
            <a:noFill/>
          </a:ln>
        </p:spPr>
        <p:txBody>
          <a:bodyPr anchorCtr="0" anchor="t" bIns="45700" lIns="91425" spcFirstLastPara="1" rIns="91425" wrap="square" tIns="45700">
            <a:normAutofit/>
          </a:bodyPr>
          <a:lstStyle>
            <a:lvl1pPr indent="-330200" lvl="0" marL="457200" algn="l">
              <a:lnSpc>
                <a:spcPct val="95000"/>
              </a:lnSpc>
              <a:spcBef>
                <a:spcPts val="1400"/>
              </a:spcBef>
              <a:spcAft>
                <a:spcPts val="0"/>
              </a:spcAft>
              <a:buSzPts val="1600"/>
              <a:buChar char="•"/>
              <a:defRPr sz="2000"/>
            </a:lvl1pPr>
            <a:lvl2pPr indent="-342900" lvl="1" marL="914400" algn="l">
              <a:lnSpc>
                <a:spcPct val="90000"/>
              </a:lnSpc>
              <a:spcBef>
                <a:spcPts val="300"/>
              </a:spcBef>
              <a:spcAft>
                <a:spcPts val="0"/>
              </a:spcAft>
              <a:buSzPts val="1800"/>
              <a:buChar char="●"/>
              <a:defRPr sz="1800"/>
            </a:lvl2pPr>
            <a:lvl3pPr indent="-330200" lvl="2" marL="1371600" algn="l">
              <a:lnSpc>
                <a:spcPct val="90000"/>
              </a:lnSpc>
              <a:spcBef>
                <a:spcPts val="300"/>
              </a:spcBef>
              <a:spcAft>
                <a:spcPts val="0"/>
              </a:spcAft>
              <a:buSzPts val="1600"/>
              <a:buChar char="●"/>
              <a:defRPr sz="1600"/>
            </a:lvl3pPr>
            <a:lvl4pPr indent="-317500" lvl="3" marL="1828800" algn="l">
              <a:lnSpc>
                <a:spcPct val="90000"/>
              </a:lnSpc>
              <a:spcBef>
                <a:spcPts val="300"/>
              </a:spcBef>
              <a:spcAft>
                <a:spcPts val="0"/>
              </a:spcAft>
              <a:buSzPts val="1400"/>
              <a:buChar char="●"/>
              <a:defRPr sz="1400"/>
            </a:lvl4pPr>
            <a:lvl5pPr indent="-317500" lvl="4" marL="2286000" algn="l">
              <a:lnSpc>
                <a:spcPct val="90000"/>
              </a:lnSpc>
              <a:spcBef>
                <a:spcPts val="300"/>
              </a:spcBef>
              <a:spcAft>
                <a:spcPts val="0"/>
              </a:spcAft>
              <a:buSzPts val="1400"/>
              <a:buChar char="●"/>
              <a:defRPr sz="1400"/>
            </a:lvl5pPr>
            <a:lvl6pPr indent="-317500" lvl="5" marL="2743200" algn="l">
              <a:lnSpc>
                <a:spcPct val="90000"/>
              </a:lnSpc>
              <a:spcBef>
                <a:spcPts val="300"/>
              </a:spcBef>
              <a:spcAft>
                <a:spcPts val="0"/>
              </a:spcAft>
              <a:buSzPts val="1400"/>
              <a:buChar char="●"/>
              <a:defRPr sz="1400"/>
            </a:lvl6pPr>
            <a:lvl7pPr indent="-317500" lvl="6" marL="3200400" algn="l">
              <a:lnSpc>
                <a:spcPct val="90000"/>
              </a:lnSpc>
              <a:spcBef>
                <a:spcPts val="300"/>
              </a:spcBef>
              <a:spcAft>
                <a:spcPts val="0"/>
              </a:spcAft>
              <a:buSzPts val="1400"/>
              <a:buChar char="●"/>
              <a:defRPr sz="1400"/>
            </a:lvl7pPr>
            <a:lvl8pPr indent="-317500" lvl="7" marL="3657600" algn="l">
              <a:lnSpc>
                <a:spcPct val="90000"/>
              </a:lnSpc>
              <a:spcBef>
                <a:spcPts val="300"/>
              </a:spcBef>
              <a:spcAft>
                <a:spcPts val="0"/>
              </a:spcAft>
              <a:buSzPts val="1400"/>
              <a:buChar char="●"/>
              <a:defRPr sz="1400"/>
            </a:lvl8pPr>
            <a:lvl9pPr indent="-317500" lvl="8" marL="4114800" algn="l">
              <a:lnSpc>
                <a:spcPct val="90000"/>
              </a:lnSpc>
              <a:spcBef>
                <a:spcPts val="300"/>
              </a:spcBef>
              <a:spcAft>
                <a:spcPts val="300"/>
              </a:spcAft>
              <a:buSzPts val="1400"/>
              <a:buChar char="●"/>
              <a:defRPr sz="1400"/>
            </a:lvl9pPr>
          </a:lstStyle>
          <a:p/>
        </p:txBody>
      </p:sp>
      <p:sp>
        <p:nvSpPr>
          <p:cNvPr id="78" name="Google Shape;78;p11"/>
          <p:cNvSpPr txBox="1"/>
          <p:nvPr>
            <p:ph idx="2" type="body"/>
          </p:nvPr>
        </p:nvSpPr>
        <p:spPr>
          <a:xfrm>
            <a:off x="841248" y="2099734"/>
            <a:ext cx="3200400" cy="3810000"/>
          </a:xfrm>
          <a:prstGeom prst="rect">
            <a:avLst/>
          </a:prstGeom>
          <a:noFill/>
          <a:ln>
            <a:noFill/>
          </a:ln>
        </p:spPr>
        <p:txBody>
          <a:bodyPr anchorCtr="0" anchor="t" bIns="45700" lIns="91425" spcFirstLastPara="1" rIns="91425" wrap="square" tIns="45700">
            <a:normAutofit/>
          </a:bodyPr>
          <a:lstStyle>
            <a:lvl1pPr indent="-228600" lvl="0" marL="457200" algn="l">
              <a:lnSpc>
                <a:spcPct val="114000"/>
              </a:lnSpc>
              <a:spcBef>
                <a:spcPts val="800"/>
              </a:spcBef>
              <a:spcAft>
                <a:spcPts val="0"/>
              </a:spcAft>
              <a:buSzPts val="1040"/>
              <a:buNone/>
              <a:defRPr sz="1300"/>
            </a:lvl1pPr>
            <a:lvl2pPr indent="-228600" lvl="1" marL="914400" algn="l">
              <a:lnSpc>
                <a:spcPct val="90000"/>
              </a:lnSpc>
              <a:spcBef>
                <a:spcPts val="300"/>
              </a:spcBef>
              <a:spcAft>
                <a:spcPts val="0"/>
              </a:spcAft>
              <a:buSzPts val="1200"/>
              <a:buNone/>
              <a:defRPr sz="1200"/>
            </a:lvl2pPr>
            <a:lvl3pPr indent="-228600" lvl="2" marL="1371600" algn="l">
              <a:lnSpc>
                <a:spcPct val="90000"/>
              </a:lnSpc>
              <a:spcBef>
                <a:spcPts val="300"/>
              </a:spcBef>
              <a:spcAft>
                <a:spcPts val="0"/>
              </a:spcAft>
              <a:buSzPts val="1000"/>
              <a:buNone/>
              <a:defRPr sz="1000"/>
            </a:lvl3pPr>
            <a:lvl4pPr indent="-228600" lvl="3" marL="1828800" algn="l">
              <a:lnSpc>
                <a:spcPct val="90000"/>
              </a:lnSpc>
              <a:spcBef>
                <a:spcPts val="300"/>
              </a:spcBef>
              <a:spcAft>
                <a:spcPts val="0"/>
              </a:spcAft>
              <a:buSzPts val="900"/>
              <a:buNone/>
              <a:defRPr sz="900"/>
            </a:lvl4pPr>
            <a:lvl5pPr indent="-228600" lvl="4" marL="2286000" algn="l">
              <a:lnSpc>
                <a:spcPct val="90000"/>
              </a:lnSpc>
              <a:spcBef>
                <a:spcPts val="300"/>
              </a:spcBef>
              <a:spcAft>
                <a:spcPts val="0"/>
              </a:spcAft>
              <a:buSzPts val="900"/>
              <a:buNone/>
              <a:defRPr sz="900"/>
            </a:lvl5pPr>
            <a:lvl6pPr indent="-228600" lvl="5" marL="2743200" algn="l">
              <a:lnSpc>
                <a:spcPct val="90000"/>
              </a:lnSpc>
              <a:spcBef>
                <a:spcPts val="300"/>
              </a:spcBef>
              <a:spcAft>
                <a:spcPts val="0"/>
              </a:spcAft>
              <a:buSzPts val="900"/>
              <a:buNone/>
              <a:defRPr sz="900"/>
            </a:lvl6pPr>
            <a:lvl7pPr indent="-228600" lvl="6" marL="3200400" algn="l">
              <a:lnSpc>
                <a:spcPct val="90000"/>
              </a:lnSpc>
              <a:spcBef>
                <a:spcPts val="300"/>
              </a:spcBef>
              <a:spcAft>
                <a:spcPts val="0"/>
              </a:spcAft>
              <a:buSzPts val="900"/>
              <a:buNone/>
              <a:defRPr sz="900"/>
            </a:lvl7pPr>
            <a:lvl8pPr indent="-228600" lvl="7" marL="3657600" algn="l">
              <a:lnSpc>
                <a:spcPct val="90000"/>
              </a:lnSpc>
              <a:spcBef>
                <a:spcPts val="300"/>
              </a:spcBef>
              <a:spcAft>
                <a:spcPts val="0"/>
              </a:spcAft>
              <a:buSzPts val="900"/>
              <a:buNone/>
              <a:defRPr sz="900"/>
            </a:lvl8pPr>
            <a:lvl9pPr indent="-228600" lvl="8" marL="4114800" algn="l">
              <a:lnSpc>
                <a:spcPct val="90000"/>
              </a:lnSpc>
              <a:spcBef>
                <a:spcPts val="300"/>
              </a:spcBef>
              <a:spcAft>
                <a:spcPts val="300"/>
              </a:spcAft>
              <a:buSzPts val="900"/>
              <a:buNone/>
              <a:defRPr sz="900"/>
            </a:lvl9pPr>
          </a:lstStyle>
          <a:p/>
        </p:txBody>
      </p:sp>
      <p:sp>
        <p:nvSpPr>
          <p:cNvPr id="79" name="Google Shape;79;p11"/>
          <p:cNvSpPr txBox="1"/>
          <p:nvPr>
            <p:ph idx="10" type="dt"/>
          </p:nvPr>
        </p:nvSpPr>
        <p:spPr>
          <a:xfrm rot="-5400000">
            <a:off x="10797529" y="998549"/>
            <a:ext cx="1905000" cy="3651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0" name="Google Shape;80;p11"/>
          <p:cNvSpPr txBox="1"/>
          <p:nvPr>
            <p:ph idx="11" type="ftr"/>
          </p:nvPr>
        </p:nvSpPr>
        <p:spPr>
          <a:xfrm rot="-5400000">
            <a:off x="9959329" y="4046550"/>
            <a:ext cx="35814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1" name="Google Shape;81;p11"/>
          <p:cNvSpPr txBox="1"/>
          <p:nvPr>
            <p:ph idx="12" type="sldNum"/>
          </p:nvPr>
        </p:nvSpPr>
        <p:spPr>
          <a:xfrm>
            <a:off x="11292840" y="6172200"/>
            <a:ext cx="914400" cy="593700"/>
          </a:xfrm>
          <a:prstGeom prst="rect">
            <a:avLst/>
          </a:prstGeom>
          <a:noFill/>
          <a:ln>
            <a:noFill/>
          </a:ln>
        </p:spPr>
        <p:txBody>
          <a:bodyPr anchorCtr="0" anchor="ctr" bIns="45700" lIns="45700" spcFirstLastPara="1" rIns="45700" wrap="square" tIns="45700">
            <a:norm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82" name="Shape 82"/>
        <p:cNvGrpSpPr/>
        <p:nvPr/>
      </p:nvGrpSpPr>
      <p:grpSpPr>
        <a:xfrm>
          <a:off x="0" y="0"/>
          <a:ext cx="0" cy="0"/>
          <a:chOff x="0" y="0"/>
          <a:chExt cx="0" cy="0"/>
        </a:xfrm>
      </p:grpSpPr>
      <p:sp>
        <p:nvSpPr>
          <p:cNvPr id="83" name="Google Shape;83;p12"/>
          <p:cNvSpPr/>
          <p:nvPr/>
        </p:nvSpPr>
        <p:spPr>
          <a:xfrm>
            <a:off x="0" y="5105400"/>
            <a:ext cx="11292900" cy="1752600"/>
          </a:xfrm>
          <a:prstGeom prst="rect">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12"/>
          <p:cNvSpPr txBox="1"/>
          <p:nvPr>
            <p:ph type="title"/>
          </p:nvPr>
        </p:nvSpPr>
        <p:spPr>
          <a:xfrm>
            <a:off x="914400" y="5257800"/>
            <a:ext cx="9982200" cy="9144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lt1"/>
              </a:buClr>
              <a:buSzPts val="2800"/>
              <a:buFont typeface="Century Schoolbook"/>
              <a:buNone/>
              <a:defRPr b="0" sz="28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5" name="Google Shape;85;p12"/>
          <p:cNvSpPr/>
          <p:nvPr>
            <p:ph idx="2" type="pic"/>
          </p:nvPr>
        </p:nvSpPr>
        <p:spPr>
          <a:xfrm>
            <a:off x="0" y="0"/>
            <a:ext cx="11292900" cy="5128800"/>
          </a:xfrm>
          <a:prstGeom prst="rect">
            <a:avLst/>
          </a:prstGeom>
          <a:solidFill>
            <a:schemeClr val="accent1"/>
          </a:solidFill>
          <a:ln>
            <a:noFill/>
          </a:ln>
        </p:spPr>
      </p:sp>
      <p:sp>
        <p:nvSpPr>
          <p:cNvPr id="86" name="Google Shape;86;p12"/>
          <p:cNvSpPr txBox="1"/>
          <p:nvPr>
            <p:ph idx="1" type="body"/>
          </p:nvPr>
        </p:nvSpPr>
        <p:spPr>
          <a:xfrm>
            <a:off x="914400" y="6108589"/>
            <a:ext cx="9982200" cy="59700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800"/>
              </a:spcBef>
              <a:spcAft>
                <a:spcPts val="0"/>
              </a:spcAft>
              <a:buSzPts val="1040"/>
              <a:buNone/>
              <a:defRPr sz="1300">
                <a:solidFill>
                  <a:srgbClr val="D8D8D8"/>
                </a:solidFill>
              </a:defRPr>
            </a:lvl1pPr>
            <a:lvl2pPr indent="-228600" lvl="1" marL="914400" algn="l">
              <a:lnSpc>
                <a:spcPct val="90000"/>
              </a:lnSpc>
              <a:spcBef>
                <a:spcPts val="300"/>
              </a:spcBef>
              <a:spcAft>
                <a:spcPts val="0"/>
              </a:spcAft>
              <a:buSzPts val="1200"/>
              <a:buNone/>
              <a:defRPr sz="1200"/>
            </a:lvl2pPr>
            <a:lvl3pPr indent="-228600" lvl="2" marL="1371600" algn="l">
              <a:lnSpc>
                <a:spcPct val="90000"/>
              </a:lnSpc>
              <a:spcBef>
                <a:spcPts val="300"/>
              </a:spcBef>
              <a:spcAft>
                <a:spcPts val="0"/>
              </a:spcAft>
              <a:buSzPts val="1000"/>
              <a:buNone/>
              <a:defRPr sz="1000"/>
            </a:lvl3pPr>
            <a:lvl4pPr indent="-228600" lvl="3" marL="1828800" algn="l">
              <a:lnSpc>
                <a:spcPct val="90000"/>
              </a:lnSpc>
              <a:spcBef>
                <a:spcPts val="300"/>
              </a:spcBef>
              <a:spcAft>
                <a:spcPts val="0"/>
              </a:spcAft>
              <a:buSzPts val="900"/>
              <a:buNone/>
              <a:defRPr sz="900"/>
            </a:lvl4pPr>
            <a:lvl5pPr indent="-228600" lvl="4" marL="2286000" algn="l">
              <a:lnSpc>
                <a:spcPct val="90000"/>
              </a:lnSpc>
              <a:spcBef>
                <a:spcPts val="300"/>
              </a:spcBef>
              <a:spcAft>
                <a:spcPts val="0"/>
              </a:spcAft>
              <a:buSzPts val="900"/>
              <a:buNone/>
              <a:defRPr sz="900"/>
            </a:lvl5pPr>
            <a:lvl6pPr indent="-228600" lvl="5" marL="2743200" algn="l">
              <a:lnSpc>
                <a:spcPct val="90000"/>
              </a:lnSpc>
              <a:spcBef>
                <a:spcPts val="300"/>
              </a:spcBef>
              <a:spcAft>
                <a:spcPts val="0"/>
              </a:spcAft>
              <a:buSzPts val="900"/>
              <a:buNone/>
              <a:defRPr sz="900"/>
            </a:lvl6pPr>
            <a:lvl7pPr indent="-228600" lvl="6" marL="3200400" algn="l">
              <a:lnSpc>
                <a:spcPct val="90000"/>
              </a:lnSpc>
              <a:spcBef>
                <a:spcPts val="300"/>
              </a:spcBef>
              <a:spcAft>
                <a:spcPts val="0"/>
              </a:spcAft>
              <a:buSzPts val="900"/>
              <a:buNone/>
              <a:defRPr sz="900"/>
            </a:lvl7pPr>
            <a:lvl8pPr indent="-228600" lvl="7" marL="3657600" algn="l">
              <a:lnSpc>
                <a:spcPct val="90000"/>
              </a:lnSpc>
              <a:spcBef>
                <a:spcPts val="300"/>
              </a:spcBef>
              <a:spcAft>
                <a:spcPts val="0"/>
              </a:spcAft>
              <a:buSzPts val="900"/>
              <a:buNone/>
              <a:defRPr sz="900"/>
            </a:lvl8pPr>
            <a:lvl9pPr indent="-228600" lvl="8" marL="4114800" algn="l">
              <a:lnSpc>
                <a:spcPct val="90000"/>
              </a:lnSpc>
              <a:spcBef>
                <a:spcPts val="300"/>
              </a:spcBef>
              <a:spcAft>
                <a:spcPts val="300"/>
              </a:spcAft>
              <a:buSzPts val="900"/>
              <a:buNone/>
              <a:defRPr sz="900"/>
            </a:lvl9pPr>
          </a:lstStyle>
          <a:p/>
        </p:txBody>
      </p:sp>
      <p:sp>
        <p:nvSpPr>
          <p:cNvPr id="87" name="Google Shape;87;p12"/>
          <p:cNvSpPr txBox="1"/>
          <p:nvPr>
            <p:ph idx="10" type="dt"/>
          </p:nvPr>
        </p:nvSpPr>
        <p:spPr>
          <a:xfrm rot="-5400000">
            <a:off x="10797529" y="998549"/>
            <a:ext cx="1905000" cy="3651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8" name="Google Shape;88;p12"/>
          <p:cNvSpPr txBox="1"/>
          <p:nvPr>
            <p:ph idx="11" type="ftr"/>
          </p:nvPr>
        </p:nvSpPr>
        <p:spPr>
          <a:xfrm rot="-5400000">
            <a:off x="9959329" y="4046550"/>
            <a:ext cx="35814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9" name="Google Shape;89;p12"/>
          <p:cNvSpPr txBox="1"/>
          <p:nvPr>
            <p:ph idx="12" type="sldNum"/>
          </p:nvPr>
        </p:nvSpPr>
        <p:spPr>
          <a:xfrm>
            <a:off x="11292840" y="6172200"/>
            <a:ext cx="914400" cy="593700"/>
          </a:xfrm>
          <a:prstGeom prst="rect">
            <a:avLst/>
          </a:prstGeom>
          <a:noFill/>
          <a:ln>
            <a:noFill/>
          </a:ln>
        </p:spPr>
        <p:txBody>
          <a:bodyPr anchorCtr="0" anchor="ctr" bIns="45700" lIns="45700" spcFirstLastPara="1" rIns="45700" wrap="square" tIns="45700">
            <a:norm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90" name="Shape 90"/>
        <p:cNvGrpSpPr/>
        <p:nvPr/>
      </p:nvGrpSpPr>
      <p:grpSpPr>
        <a:xfrm>
          <a:off x="0" y="0"/>
          <a:ext cx="0" cy="0"/>
          <a:chOff x="0" y="0"/>
          <a:chExt cx="0" cy="0"/>
        </a:xfrm>
      </p:grpSpPr>
      <p:sp>
        <p:nvSpPr>
          <p:cNvPr id="91" name="Google Shape;91;p13"/>
          <p:cNvSpPr txBox="1"/>
          <p:nvPr>
            <p:ph type="title"/>
          </p:nvPr>
        </p:nvSpPr>
        <p:spPr>
          <a:xfrm>
            <a:off x="1261872" y="365760"/>
            <a:ext cx="9692700" cy="13257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2" name="Google Shape;92;p13"/>
          <p:cNvSpPr txBox="1"/>
          <p:nvPr>
            <p:ph idx="1" type="body"/>
          </p:nvPr>
        </p:nvSpPr>
        <p:spPr>
          <a:xfrm rot="5400000">
            <a:off x="3383982" y="-293250"/>
            <a:ext cx="4351200" cy="8595300"/>
          </a:xfrm>
          <a:prstGeom prst="rect">
            <a:avLst/>
          </a:prstGeom>
          <a:noFill/>
          <a:ln>
            <a:noFill/>
          </a:ln>
        </p:spPr>
        <p:txBody>
          <a:bodyPr anchorCtr="0" anchor="t" bIns="45700" lIns="91425" spcFirstLastPara="1" rIns="91425" wrap="square" tIns="45700">
            <a:normAutofit/>
          </a:bodyPr>
          <a:lstStyle>
            <a:lvl1pPr indent="-320040" lvl="0" marL="457200" algn="l">
              <a:lnSpc>
                <a:spcPct val="95000"/>
              </a:lnSpc>
              <a:spcBef>
                <a:spcPts val="1400"/>
              </a:spcBef>
              <a:spcAft>
                <a:spcPts val="0"/>
              </a:spcAft>
              <a:buSzPts val="1440"/>
              <a:buChar char="•"/>
              <a:defRPr/>
            </a:lvl1pPr>
            <a:lvl2pPr indent="-342900" lvl="1" marL="914400" algn="l">
              <a:lnSpc>
                <a:spcPct val="90000"/>
              </a:lnSpc>
              <a:spcBef>
                <a:spcPts val="300"/>
              </a:spcBef>
              <a:spcAft>
                <a:spcPts val="0"/>
              </a:spcAft>
              <a:buSzPts val="1800"/>
              <a:buChar char="●"/>
              <a:defRPr/>
            </a:lvl2pPr>
            <a:lvl3pPr indent="-342900" lvl="2" marL="1371600" algn="l">
              <a:lnSpc>
                <a:spcPct val="90000"/>
              </a:lnSpc>
              <a:spcBef>
                <a:spcPts val="300"/>
              </a:spcBef>
              <a:spcAft>
                <a:spcPts val="0"/>
              </a:spcAft>
              <a:buSzPts val="1800"/>
              <a:buChar char="●"/>
              <a:defRPr/>
            </a:lvl3pPr>
            <a:lvl4pPr indent="-342900" lvl="3" marL="1828800" algn="l">
              <a:lnSpc>
                <a:spcPct val="90000"/>
              </a:lnSpc>
              <a:spcBef>
                <a:spcPts val="300"/>
              </a:spcBef>
              <a:spcAft>
                <a:spcPts val="0"/>
              </a:spcAft>
              <a:buSzPts val="1800"/>
              <a:buChar char="●"/>
              <a:defRPr/>
            </a:lvl4pPr>
            <a:lvl5pPr indent="-342900" lvl="4" marL="2286000" algn="l">
              <a:lnSpc>
                <a:spcPct val="90000"/>
              </a:lnSpc>
              <a:spcBef>
                <a:spcPts val="300"/>
              </a:spcBef>
              <a:spcAft>
                <a:spcPts val="0"/>
              </a:spcAft>
              <a:buSzPts val="1800"/>
              <a:buChar char="●"/>
              <a:defRPr/>
            </a:lvl5pPr>
            <a:lvl6pPr indent="-342900" lvl="5" marL="2743200" algn="l">
              <a:lnSpc>
                <a:spcPct val="90000"/>
              </a:lnSpc>
              <a:spcBef>
                <a:spcPts val="300"/>
              </a:spcBef>
              <a:spcAft>
                <a:spcPts val="0"/>
              </a:spcAft>
              <a:buSzPts val="1800"/>
              <a:buChar char="●"/>
              <a:defRPr/>
            </a:lvl6pPr>
            <a:lvl7pPr indent="-342900" lvl="6" marL="3200400" algn="l">
              <a:lnSpc>
                <a:spcPct val="90000"/>
              </a:lnSpc>
              <a:spcBef>
                <a:spcPts val="300"/>
              </a:spcBef>
              <a:spcAft>
                <a:spcPts val="0"/>
              </a:spcAft>
              <a:buSzPts val="1800"/>
              <a:buChar char="●"/>
              <a:defRPr/>
            </a:lvl7pPr>
            <a:lvl8pPr indent="-342900" lvl="7" marL="3657600" algn="l">
              <a:lnSpc>
                <a:spcPct val="90000"/>
              </a:lnSpc>
              <a:spcBef>
                <a:spcPts val="300"/>
              </a:spcBef>
              <a:spcAft>
                <a:spcPts val="0"/>
              </a:spcAft>
              <a:buSzPts val="1800"/>
              <a:buChar char="●"/>
              <a:defRPr/>
            </a:lvl8pPr>
            <a:lvl9pPr indent="-342900" lvl="8" marL="4114800" algn="l">
              <a:lnSpc>
                <a:spcPct val="90000"/>
              </a:lnSpc>
              <a:spcBef>
                <a:spcPts val="300"/>
              </a:spcBef>
              <a:spcAft>
                <a:spcPts val="300"/>
              </a:spcAft>
              <a:buSzPts val="1800"/>
              <a:buChar char="●"/>
              <a:defRPr/>
            </a:lvl9pPr>
          </a:lstStyle>
          <a:p/>
        </p:txBody>
      </p:sp>
      <p:sp>
        <p:nvSpPr>
          <p:cNvPr id="93" name="Google Shape;93;p13"/>
          <p:cNvSpPr txBox="1"/>
          <p:nvPr>
            <p:ph idx="10" type="dt"/>
          </p:nvPr>
        </p:nvSpPr>
        <p:spPr>
          <a:xfrm rot="-5400000">
            <a:off x="10797529" y="998549"/>
            <a:ext cx="1905000" cy="3651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4" name="Google Shape;94;p13"/>
          <p:cNvSpPr txBox="1"/>
          <p:nvPr>
            <p:ph idx="11" type="ftr"/>
          </p:nvPr>
        </p:nvSpPr>
        <p:spPr>
          <a:xfrm rot="-5400000">
            <a:off x="9959329" y="4046550"/>
            <a:ext cx="35814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5" name="Google Shape;95;p13"/>
          <p:cNvSpPr txBox="1"/>
          <p:nvPr>
            <p:ph idx="12" type="sldNum"/>
          </p:nvPr>
        </p:nvSpPr>
        <p:spPr>
          <a:xfrm>
            <a:off x="11292840" y="6172200"/>
            <a:ext cx="914400" cy="593700"/>
          </a:xfrm>
          <a:prstGeom prst="rect">
            <a:avLst/>
          </a:prstGeom>
          <a:noFill/>
          <a:ln>
            <a:noFill/>
          </a:ln>
        </p:spPr>
        <p:txBody>
          <a:bodyPr anchorCtr="0" anchor="ctr" bIns="45700" lIns="45700" spcFirstLastPara="1" rIns="45700" wrap="square" tIns="45700">
            <a:norm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96" name="Shape 96"/>
        <p:cNvGrpSpPr/>
        <p:nvPr/>
      </p:nvGrpSpPr>
      <p:grpSpPr>
        <a:xfrm>
          <a:off x="0" y="0"/>
          <a:ext cx="0" cy="0"/>
          <a:chOff x="0" y="0"/>
          <a:chExt cx="0" cy="0"/>
        </a:xfrm>
      </p:grpSpPr>
      <p:sp>
        <p:nvSpPr>
          <p:cNvPr id="97" name="Google Shape;97;p14"/>
          <p:cNvSpPr txBox="1"/>
          <p:nvPr>
            <p:ph type="title"/>
          </p:nvPr>
        </p:nvSpPr>
        <p:spPr>
          <a:xfrm rot="5400000">
            <a:off x="6938100" y="2091600"/>
            <a:ext cx="5897700" cy="24765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8" name="Google Shape;98;p14"/>
          <p:cNvSpPr txBox="1"/>
          <p:nvPr>
            <p:ph idx="1" type="body"/>
          </p:nvPr>
        </p:nvSpPr>
        <p:spPr>
          <a:xfrm rot="5400000">
            <a:off x="1680300" y="-537300"/>
            <a:ext cx="5897700" cy="7734300"/>
          </a:xfrm>
          <a:prstGeom prst="rect">
            <a:avLst/>
          </a:prstGeom>
          <a:noFill/>
          <a:ln>
            <a:noFill/>
          </a:ln>
        </p:spPr>
        <p:txBody>
          <a:bodyPr anchorCtr="0" anchor="t" bIns="45700" lIns="91425" spcFirstLastPara="1" rIns="91425" wrap="square" tIns="45700">
            <a:normAutofit/>
          </a:bodyPr>
          <a:lstStyle>
            <a:lvl1pPr indent="-320040" lvl="0" marL="457200" algn="l">
              <a:lnSpc>
                <a:spcPct val="95000"/>
              </a:lnSpc>
              <a:spcBef>
                <a:spcPts val="1400"/>
              </a:spcBef>
              <a:spcAft>
                <a:spcPts val="0"/>
              </a:spcAft>
              <a:buSzPts val="1440"/>
              <a:buChar char="•"/>
              <a:defRPr/>
            </a:lvl1pPr>
            <a:lvl2pPr indent="-342900" lvl="1" marL="914400" algn="l">
              <a:lnSpc>
                <a:spcPct val="90000"/>
              </a:lnSpc>
              <a:spcBef>
                <a:spcPts val="300"/>
              </a:spcBef>
              <a:spcAft>
                <a:spcPts val="0"/>
              </a:spcAft>
              <a:buSzPts val="1800"/>
              <a:buChar char="●"/>
              <a:defRPr/>
            </a:lvl2pPr>
            <a:lvl3pPr indent="-342900" lvl="2" marL="1371600" algn="l">
              <a:lnSpc>
                <a:spcPct val="90000"/>
              </a:lnSpc>
              <a:spcBef>
                <a:spcPts val="300"/>
              </a:spcBef>
              <a:spcAft>
                <a:spcPts val="0"/>
              </a:spcAft>
              <a:buSzPts val="1800"/>
              <a:buChar char="●"/>
              <a:defRPr/>
            </a:lvl3pPr>
            <a:lvl4pPr indent="-342900" lvl="3" marL="1828800" algn="l">
              <a:lnSpc>
                <a:spcPct val="90000"/>
              </a:lnSpc>
              <a:spcBef>
                <a:spcPts val="300"/>
              </a:spcBef>
              <a:spcAft>
                <a:spcPts val="0"/>
              </a:spcAft>
              <a:buSzPts val="1800"/>
              <a:buChar char="●"/>
              <a:defRPr/>
            </a:lvl4pPr>
            <a:lvl5pPr indent="-342900" lvl="4" marL="2286000" algn="l">
              <a:lnSpc>
                <a:spcPct val="90000"/>
              </a:lnSpc>
              <a:spcBef>
                <a:spcPts val="300"/>
              </a:spcBef>
              <a:spcAft>
                <a:spcPts val="0"/>
              </a:spcAft>
              <a:buSzPts val="1800"/>
              <a:buChar char="●"/>
              <a:defRPr/>
            </a:lvl5pPr>
            <a:lvl6pPr indent="-342900" lvl="5" marL="2743200" algn="l">
              <a:lnSpc>
                <a:spcPct val="90000"/>
              </a:lnSpc>
              <a:spcBef>
                <a:spcPts val="300"/>
              </a:spcBef>
              <a:spcAft>
                <a:spcPts val="0"/>
              </a:spcAft>
              <a:buSzPts val="1800"/>
              <a:buChar char="●"/>
              <a:defRPr/>
            </a:lvl6pPr>
            <a:lvl7pPr indent="-342900" lvl="6" marL="3200400" algn="l">
              <a:lnSpc>
                <a:spcPct val="90000"/>
              </a:lnSpc>
              <a:spcBef>
                <a:spcPts val="300"/>
              </a:spcBef>
              <a:spcAft>
                <a:spcPts val="0"/>
              </a:spcAft>
              <a:buSzPts val="1800"/>
              <a:buChar char="●"/>
              <a:defRPr/>
            </a:lvl7pPr>
            <a:lvl8pPr indent="-342900" lvl="7" marL="3657600" algn="l">
              <a:lnSpc>
                <a:spcPct val="90000"/>
              </a:lnSpc>
              <a:spcBef>
                <a:spcPts val="300"/>
              </a:spcBef>
              <a:spcAft>
                <a:spcPts val="0"/>
              </a:spcAft>
              <a:buSzPts val="1800"/>
              <a:buChar char="●"/>
              <a:defRPr/>
            </a:lvl8pPr>
            <a:lvl9pPr indent="-342900" lvl="8" marL="4114800" algn="l">
              <a:lnSpc>
                <a:spcPct val="90000"/>
              </a:lnSpc>
              <a:spcBef>
                <a:spcPts val="300"/>
              </a:spcBef>
              <a:spcAft>
                <a:spcPts val="300"/>
              </a:spcAft>
              <a:buSzPts val="1800"/>
              <a:buChar char="●"/>
              <a:defRPr/>
            </a:lvl9pPr>
          </a:lstStyle>
          <a:p/>
        </p:txBody>
      </p:sp>
      <p:sp>
        <p:nvSpPr>
          <p:cNvPr id="99" name="Google Shape;99;p14"/>
          <p:cNvSpPr txBox="1"/>
          <p:nvPr>
            <p:ph idx="10" type="dt"/>
          </p:nvPr>
        </p:nvSpPr>
        <p:spPr>
          <a:xfrm rot="-5400000">
            <a:off x="10797529" y="998549"/>
            <a:ext cx="1905000" cy="3651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0" name="Google Shape;100;p14"/>
          <p:cNvSpPr txBox="1"/>
          <p:nvPr>
            <p:ph idx="11" type="ftr"/>
          </p:nvPr>
        </p:nvSpPr>
        <p:spPr>
          <a:xfrm rot="-5400000">
            <a:off x="9959329" y="4046550"/>
            <a:ext cx="35814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1" name="Google Shape;101;p14"/>
          <p:cNvSpPr txBox="1"/>
          <p:nvPr>
            <p:ph idx="12" type="sldNum"/>
          </p:nvPr>
        </p:nvSpPr>
        <p:spPr>
          <a:xfrm>
            <a:off x="11292840" y="6172200"/>
            <a:ext cx="914400" cy="593700"/>
          </a:xfrm>
          <a:prstGeom prst="rect">
            <a:avLst/>
          </a:prstGeom>
          <a:noFill/>
          <a:ln>
            <a:noFill/>
          </a:ln>
        </p:spPr>
        <p:txBody>
          <a:bodyPr anchorCtr="0" anchor="ctr" bIns="45700" lIns="45700" spcFirstLastPara="1" rIns="45700" wrap="square" tIns="45700">
            <a:norm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Layout" Target="../slideLayouts/slideLayout3.xml"/><Relationship Id="rId3" Type="http://schemas.openxmlformats.org/officeDocument/2006/relationships/slideLayout" Target="../slideLayouts/slideLayout4.xml"/><Relationship Id="rId4" Type="http://schemas.openxmlformats.org/officeDocument/2006/relationships/slideLayout" Target="../slideLayouts/slideLayout5.xml"/><Relationship Id="rId11" Type="http://schemas.openxmlformats.org/officeDocument/2006/relationships/slideLayout" Target="../slideLayouts/slideLayout12.xml"/><Relationship Id="rId10" Type="http://schemas.openxmlformats.org/officeDocument/2006/relationships/slideLayout" Target="../slideLayouts/slideLayout11.xml"/><Relationship Id="rId12" Type="http://schemas.openxmlformats.org/officeDocument/2006/relationships/theme" Target="../theme/theme3.xml"/><Relationship Id="rId9" Type="http://schemas.openxmlformats.org/officeDocument/2006/relationships/slideLayout" Target="../slideLayouts/slideLayout10.xml"/><Relationship Id="rId5" Type="http://schemas.openxmlformats.org/officeDocument/2006/relationships/slideLayout" Target="../slideLayouts/slideLayout6.xml"/><Relationship Id="rId6" Type="http://schemas.openxmlformats.org/officeDocument/2006/relationships/slideLayout" Target="../slideLayouts/slideLayout7.xml"/><Relationship Id="rId7" Type="http://schemas.openxmlformats.org/officeDocument/2006/relationships/slideLayout" Target="../slideLayouts/slideLayout8.xml"/><Relationship Id="rId8"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9" name="Shape 9"/>
        <p:cNvGrpSpPr/>
        <p:nvPr/>
      </p:nvGrpSpPr>
      <p:grpSpPr>
        <a:xfrm>
          <a:off x="0" y="0"/>
          <a:ext cx="0" cy="0"/>
          <a:chOff x="0" y="0"/>
          <a:chExt cx="0" cy="0"/>
        </a:xfrm>
      </p:grpSpPr>
      <p:sp>
        <p:nvSpPr>
          <p:cNvPr id="10" name="Google Shape;10;p1"/>
          <p:cNvSpPr/>
          <p:nvPr/>
        </p:nvSpPr>
        <p:spPr>
          <a:xfrm>
            <a:off x="11292840" y="0"/>
            <a:ext cx="914400" cy="6858000"/>
          </a:xfrm>
          <a:prstGeom prst="rect">
            <a:avLst/>
          </a:prstGeom>
          <a:solidFill>
            <a:srgbClr val="A7A1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1"/>
          <p:cNvSpPr txBox="1"/>
          <p:nvPr>
            <p:ph type="title"/>
          </p:nvPr>
        </p:nvSpPr>
        <p:spPr>
          <a:xfrm>
            <a:off x="1261872" y="365760"/>
            <a:ext cx="9692700" cy="1325700"/>
          </a:xfrm>
          <a:prstGeom prst="rect">
            <a:avLst/>
          </a:prstGeom>
          <a:noFill/>
          <a:ln>
            <a:noFill/>
          </a:ln>
        </p:spPr>
        <p:txBody>
          <a:bodyPr anchorCtr="0" anchor="b" bIns="45700" lIns="91425" spcFirstLastPara="1" rIns="91425" wrap="square" tIns="45700">
            <a:normAutofit/>
          </a:bodyPr>
          <a:lstStyle>
            <a:lvl1pPr lvl="0" marR="0" algn="l">
              <a:lnSpc>
                <a:spcPct val="90000"/>
              </a:lnSpc>
              <a:spcBef>
                <a:spcPts val="0"/>
              </a:spcBef>
              <a:spcAft>
                <a:spcPts val="0"/>
              </a:spcAft>
              <a:buClr>
                <a:schemeClr val="lt1"/>
              </a:buClr>
              <a:buSzPts val="4400"/>
              <a:buFont typeface="Century Schoolbook"/>
              <a:buNone/>
              <a:defRPr b="0" i="0" sz="4400" u="none" cap="none" strike="noStrike">
                <a:solidFill>
                  <a:schemeClr val="lt1"/>
                </a:solidFill>
                <a:latin typeface="Century Schoolbook"/>
                <a:ea typeface="Century Schoolbook"/>
                <a:cs typeface="Century Schoolbook"/>
                <a:sym typeface="Century Schoolbook"/>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2" name="Google Shape;12;p1"/>
          <p:cNvSpPr txBox="1"/>
          <p:nvPr>
            <p:ph idx="1" type="body"/>
          </p:nvPr>
        </p:nvSpPr>
        <p:spPr>
          <a:xfrm>
            <a:off x="1261872" y="1828800"/>
            <a:ext cx="8595300" cy="4351200"/>
          </a:xfrm>
          <a:prstGeom prst="rect">
            <a:avLst/>
          </a:prstGeom>
          <a:noFill/>
          <a:ln>
            <a:noFill/>
          </a:ln>
        </p:spPr>
        <p:txBody>
          <a:bodyPr anchorCtr="0" anchor="t" bIns="45700" lIns="91425" spcFirstLastPara="1" rIns="91425" wrap="square" tIns="45700">
            <a:normAutofit/>
          </a:bodyPr>
          <a:lstStyle>
            <a:lvl1pPr indent="-320040" lvl="0" marL="457200" marR="0" algn="l">
              <a:lnSpc>
                <a:spcPct val="95000"/>
              </a:lnSpc>
              <a:spcBef>
                <a:spcPts val="1400"/>
              </a:spcBef>
              <a:spcAft>
                <a:spcPts val="0"/>
              </a:spcAft>
              <a:buClr>
                <a:schemeClr val="accent1"/>
              </a:buClr>
              <a:buSzPts val="1440"/>
              <a:buFont typeface="Arial"/>
              <a:buChar char="•"/>
              <a:defRPr b="0" i="0" sz="1800" u="none" cap="none" strike="noStrike">
                <a:solidFill>
                  <a:schemeClr val="lt1"/>
                </a:solidFill>
                <a:latin typeface="Century Schoolbook"/>
                <a:ea typeface="Century Schoolbook"/>
                <a:cs typeface="Century Schoolbook"/>
                <a:sym typeface="Century Schoolbook"/>
              </a:defRPr>
            </a:lvl1pPr>
            <a:lvl2pPr indent="-330200" lvl="1" marL="914400" marR="0" algn="l">
              <a:lnSpc>
                <a:spcPct val="90000"/>
              </a:lnSpc>
              <a:spcBef>
                <a:spcPts val="300"/>
              </a:spcBef>
              <a:spcAft>
                <a:spcPts val="0"/>
              </a:spcAft>
              <a:buClr>
                <a:schemeClr val="accent1"/>
              </a:buClr>
              <a:buSzPts val="1600"/>
              <a:buFont typeface="Noto Sans Symbols"/>
              <a:buChar char="●"/>
              <a:defRPr b="0" i="0" sz="1600" u="none" cap="none" strike="noStrike">
                <a:solidFill>
                  <a:srgbClr val="FEFEFE"/>
                </a:solidFill>
                <a:latin typeface="Century Schoolbook"/>
                <a:ea typeface="Century Schoolbook"/>
                <a:cs typeface="Century Schoolbook"/>
                <a:sym typeface="Century Schoolbook"/>
              </a:defRPr>
            </a:lvl2pPr>
            <a:lvl3pPr indent="-317500" lvl="2" marL="1371600" marR="0" algn="l">
              <a:lnSpc>
                <a:spcPct val="90000"/>
              </a:lnSpc>
              <a:spcBef>
                <a:spcPts val="300"/>
              </a:spcBef>
              <a:spcAft>
                <a:spcPts val="0"/>
              </a:spcAft>
              <a:buClr>
                <a:schemeClr val="accent1"/>
              </a:buClr>
              <a:buSzPts val="1400"/>
              <a:buFont typeface="Noto Sans Symbols"/>
              <a:buChar char="●"/>
              <a:defRPr b="0" i="0" sz="1400" u="none" cap="none" strike="noStrike">
                <a:solidFill>
                  <a:srgbClr val="FEFEFE"/>
                </a:solidFill>
                <a:latin typeface="Century Schoolbook"/>
                <a:ea typeface="Century Schoolbook"/>
                <a:cs typeface="Century Schoolbook"/>
                <a:sym typeface="Century Schoolbook"/>
              </a:defRPr>
            </a:lvl3pPr>
            <a:lvl4pPr indent="-317500" lvl="3" marL="1828800" marR="0" algn="l">
              <a:lnSpc>
                <a:spcPct val="90000"/>
              </a:lnSpc>
              <a:spcBef>
                <a:spcPts val="300"/>
              </a:spcBef>
              <a:spcAft>
                <a:spcPts val="0"/>
              </a:spcAft>
              <a:buClr>
                <a:schemeClr val="accent1"/>
              </a:buClr>
              <a:buSzPts val="1400"/>
              <a:buFont typeface="Noto Sans Symbols"/>
              <a:buChar char="●"/>
              <a:defRPr b="0" i="0" sz="1400" u="none" cap="none" strike="noStrike">
                <a:solidFill>
                  <a:srgbClr val="FEFEFE"/>
                </a:solidFill>
                <a:latin typeface="Century Schoolbook"/>
                <a:ea typeface="Century Schoolbook"/>
                <a:cs typeface="Century Schoolbook"/>
                <a:sym typeface="Century Schoolbook"/>
              </a:defRPr>
            </a:lvl4pPr>
            <a:lvl5pPr indent="-317500" lvl="4" marL="2286000" marR="0" algn="l">
              <a:lnSpc>
                <a:spcPct val="90000"/>
              </a:lnSpc>
              <a:spcBef>
                <a:spcPts val="300"/>
              </a:spcBef>
              <a:spcAft>
                <a:spcPts val="0"/>
              </a:spcAft>
              <a:buClr>
                <a:schemeClr val="accent1"/>
              </a:buClr>
              <a:buSzPts val="1400"/>
              <a:buFont typeface="Noto Sans Symbols"/>
              <a:buChar char="●"/>
              <a:defRPr b="0" i="0" sz="1400" u="none" cap="none" strike="noStrike">
                <a:solidFill>
                  <a:srgbClr val="FEFEFE"/>
                </a:solidFill>
                <a:latin typeface="Century Schoolbook"/>
                <a:ea typeface="Century Schoolbook"/>
                <a:cs typeface="Century Schoolbook"/>
                <a:sym typeface="Century Schoolbook"/>
              </a:defRPr>
            </a:lvl5pPr>
            <a:lvl6pPr indent="-317500" lvl="5" marL="2743200" marR="0" algn="l">
              <a:lnSpc>
                <a:spcPct val="90000"/>
              </a:lnSpc>
              <a:spcBef>
                <a:spcPts val="300"/>
              </a:spcBef>
              <a:spcAft>
                <a:spcPts val="0"/>
              </a:spcAft>
              <a:buClr>
                <a:schemeClr val="accent1"/>
              </a:buClr>
              <a:buSzPts val="1400"/>
              <a:buFont typeface="Noto Sans Symbols"/>
              <a:buChar char="●"/>
              <a:defRPr b="0" i="0" sz="1400" u="none" cap="none" strike="noStrike">
                <a:solidFill>
                  <a:srgbClr val="FEFEFE"/>
                </a:solidFill>
                <a:latin typeface="Century Schoolbook"/>
                <a:ea typeface="Century Schoolbook"/>
                <a:cs typeface="Century Schoolbook"/>
                <a:sym typeface="Century Schoolbook"/>
              </a:defRPr>
            </a:lvl6pPr>
            <a:lvl7pPr indent="-317500" lvl="6" marL="3200400" marR="0" algn="l">
              <a:lnSpc>
                <a:spcPct val="90000"/>
              </a:lnSpc>
              <a:spcBef>
                <a:spcPts val="300"/>
              </a:spcBef>
              <a:spcAft>
                <a:spcPts val="0"/>
              </a:spcAft>
              <a:buClr>
                <a:schemeClr val="accent1"/>
              </a:buClr>
              <a:buSzPts val="1400"/>
              <a:buFont typeface="Noto Sans Symbols"/>
              <a:buChar char="●"/>
              <a:defRPr b="0" i="0" sz="1400" u="none" cap="none" strike="noStrike">
                <a:solidFill>
                  <a:srgbClr val="FEFEFE"/>
                </a:solidFill>
                <a:latin typeface="Century Schoolbook"/>
                <a:ea typeface="Century Schoolbook"/>
                <a:cs typeface="Century Schoolbook"/>
                <a:sym typeface="Century Schoolbook"/>
              </a:defRPr>
            </a:lvl7pPr>
            <a:lvl8pPr indent="-317500" lvl="7" marL="3657600" marR="0" algn="l">
              <a:lnSpc>
                <a:spcPct val="90000"/>
              </a:lnSpc>
              <a:spcBef>
                <a:spcPts val="300"/>
              </a:spcBef>
              <a:spcAft>
                <a:spcPts val="0"/>
              </a:spcAft>
              <a:buClr>
                <a:schemeClr val="accent1"/>
              </a:buClr>
              <a:buSzPts val="1400"/>
              <a:buFont typeface="Noto Sans Symbols"/>
              <a:buChar char="●"/>
              <a:defRPr b="0" i="0" sz="1400" u="none" cap="none" strike="noStrike">
                <a:solidFill>
                  <a:srgbClr val="FEFEFE"/>
                </a:solidFill>
                <a:latin typeface="Century Schoolbook"/>
                <a:ea typeface="Century Schoolbook"/>
                <a:cs typeface="Century Schoolbook"/>
                <a:sym typeface="Century Schoolbook"/>
              </a:defRPr>
            </a:lvl8pPr>
            <a:lvl9pPr indent="-317500" lvl="8" marL="4114800" marR="0" algn="l">
              <a:lnSpc>
                <a:spcPct val="90000"/>
              </a:lnSpc>
              <a:spcBef>
                <a:spcPts val="300"/>
              </a:spcBef>
              <a:spcAft>
                <a:spcPts val="300"/>
              </a:spcAft>
              <a:buClr>
                <a:schemeClr val="accent1"/>
              </a:buClr>
              <a:buSzPts val="1400"/>
              <a:buFont typeface="Noto Sans Symbols"/>
              <a:buChar char="●"/>
              <a:defRPr b="0" i="0" sz="1400" u="none" cap="none" strike="noStrike">
                <a:solidFill>
                  <a:srgbClr val="FEFEFE"/>
                </a:solidFill>
                <a:latin typeface="Century Schoolbook"/>
                <a:ea typeface="Century Schoolbook"/>
                <a:cs typeface="Century Schoolbook"/>
                <a:sym typeface="Century Schoolbook"/>
              </a:defRPr>
            </a:lvl9pPr>
          </a:lstStyle>
          <a:p/>
        </p:txBody>
      </p:sp>
      <p:sp>
        <p:nvSpPr>
          <p:cNvPr id="13" name="Google Shape;13;p1"/>
          <p:cNvSpPr txBox="1"/>
          <p:nvPr>
            <p:ph idx="10" type="dt"/>
          </p:nvPr>
        </p:nvSpPr>
        <p:spPr>
          <a:xfrm rot="-5400000">
            <a:off x="10797529" y="998549"/>
            <a:ext cx="1905000" cy="365100"/>
          </a:xfrm>
          <a:prstGeom prst="rect">
            <a:avLst/>
          </a:prstGeom>
          <a:noFill/>
          <a:ln>
            <a:noFill/>
          </a:ln>
        </p:spPr>
        <p:txBody>
          <a:bodyPr anchorCtr="0" anchor="ctr" bIns="45700" lIns="91425" spcFirstLastPara="1" rIns="91425" wrap="square" tIns="45700">
            <a:noAutofit/>
          </a:bodyPr>
          <a:lstStyle>
            <a:lvl1pPr lvl="0" marR="0" algn="r">
              <a:spcBef>
                <a:spcPts val="0"/>
              </a:spcBef>
              <a:spcAft>
                <a:spcPts val="0"/>
              </a:spcAft>
              <a:buSzPts val="1400"/>
              <a:buNone/>
              <a:defRPr b="0" i="0" sz="1050" u="none" cap="none" strike="noStrike">
                <a:solidFill>
                  <a:srgbClr val="F6F5F4"/>
                </a:solidFill>
                <a:latin typeface="Century Schoolbook"/>
                <a:ea typeface="Century Schoolbook"/>
                <a:cs typeface="Century Schoolbook"/>
                <a:sym typeface="Century Schoolbook"/>
              </a:defRPr>
            </a:lvl1pPr>
            <a:lvl2pPr lvl="1" marR="0" algn="l">
              <a:spcBef>
                <a:spcPts val="0"/>
              </a:spcBef>
              <a:spcAft>
                <a:spcPts val="0"/>
              </a:spcAft>
              <a:buSzPts val="1400"/>
              <a:buNone/>
              <a:defRPr b="0" i="0" sz="1800" u="none" cap="none" strike="noStrike">
                <a:solidFill>
                  <a:schemeClr val="lt1"/>
                </a:solidFill>
                <a:latin typeface="Century Schoolbook"/>
                <a:ea typeface="Century Schoolbook"/>
                <a:cs typeface="Century Schoolbook"/>
                <a:sym typeface="Century Schoolbook"/>
              </a:defRPr>
            </a:lvl2pPr>
            <a:lvl3pPr lvl="2" marR="0" algn="l">
              <a:spcBef>
                <a:spcPts val="0"/>
              </a:spcBef>
              <a:spcAft>
                <a:spcPts val="0"/>
              </a:spcAft>
              <a:buSzPts val="1400"/>
              <a:buNone/>
              <a:defRPr b="0" i="0" sz="1800" u="none" cap="none" strike="noStrike">
                <a:solidFill>
                  <a:schemeClr val="lt1"/>
                </a:solidFill>
                <a:latin typeface="Century Schoolbook"/>
                <a:ea typeface="Century Schoolbook"/>
                <a:cs typeface="Century Schoolbook"/>
                <a:sym typeface="Century Schoolbook"/>
              </a:defRPr>
            </a:lvl3pPr>
            <a:lvl4pPr lvl="3" marR="0" algn="l">
              <a:spcBef>
                <a:spcPts val="0"/>
              </a:spcBef>
              <a:spcAft>
                <a:spcPts val="0"/>
              </a:spcAft>
              <a:buSzPts val="1400"/>
              <a:buNone/>
              <a:defRPr b="0" i="0" sz="1800" u="none" cap="none" strike="noStrike">
                <a:solidFill>
                  <a:schemeClr val="lt1"/>
                </a:solidFill>
                <a:latin typeface="Century Schoolbook"/>
                <a:ea typeface="Century Schoolbook"/>
                <a:cs typeface="Century Schoolbook"/>
                <a:sym typeface="Century Schoolbook"/>
              </a:defRPr>
            </a:lvl4pPr>
            <a:lvl5pPr lvl="4" marR="0" algn="l">
              <a:spcBef>
                <a:spcPts val="0"/>
              </a:spcBef>
              <a:spcAft>
                <a:spcPts val="0"/>
              </a:spcAft>
              <a:buSzPts val="1400"/>
              <a:buNone/>
              <a:defRPr b="0" i="0" sz="1800" u="none" cap="none" strike="noStrike">
                <a:solidFill>
                  <a:schemeClr val="lt1"/>
                </a:solidFill>
                <a:latin typeface="Century Schoolbook"/>
                <a:ea typeface="Century Schoolbook"/>
                <a:cs typeface="Century Schoolbook"/>
                <a:sym typeface="Century Schoolbook"/>
              </a:defRPr>
            </a:lvl5pPr>
            <a:lvl6pPr lvl="5" marR="0" algn="l">
              <a:spcBef>
                <a:spcPts val="0"/>
              </a:spcBef>
              <a:spcAft>
                <a:spcPts val="0"/>
              </a:spcAft>
              <a:buSzPts val="1400"/>
              <a:buNone/>
              <a:defRPr b="0" i="0" sz="1800" u="none" cap="none" strike="noStrike">
                <a:solidFill>
                  <a:schemeClr val="lt1"/>
                </a:solidFill>
                <a:latin typeface="Century Schoolbook"/>
                <a:ea typeface="Century Schoolbook"/>
                <a:cs typeface="Century Schoolbook"/>
                <a:sym typeface="Century Schoolbook"/>
              </a:defRPr>
            </a:lvl6pPr>
            <a:lvl7pPr lvl="6" marR="0" algn="l">
              <a:spcBef>
                <a:spcPts val="0"/>
              </a:spcBef>
              <a:spcAft>
                <a:spcPts val="0"/>
              </a:spcAft>
              <a:buSzPts val="1400"/>
              <a:buNone/>
              <a:defRPr b="0" i="0" sz="1800" u="none" cap="none" strike="noStrike">
                <a:solidFill>
                  <a:schemeClr val="lt1"/>
                </a:solidFill>
                <a:latin typeface="Century Schoolbook"/>
                <a:ea typeface="Century Schoolbook"/>
                <a:cs typeface="Century Schoolbook"/>
                <a:sym typeface="Century Schoolbook"/>
              </a:defRPr>
            </a:lvl7pPr>
            <a:lvl8pPr lvl="7" marR="0" algn="l">
              <a:spcBef>
                <a:spcPts val="0"/>
              </a:spcBef>
              <a:spcAft>
                <a:spcPts val="0"/>
              </a:spcAft>
              <a:buSzPts val="1400"/>
              <a:buNone/>
              <a:defRPr b="0" i="0" sz="1800" u="none" cap="none" strike="noStrike">
                <a:solidFill>
                  <a:schemeClr val="lt1"/>
                </a:solidFill>
                <a:latin typeface="Century Schoolbook"/>
                <a:ea typeface="Century Schoolbook"/>
                <a:cs typeface="Century Schoolbook"/>
                <a:sym typeface="Century Schoolbook"/>
              </a:defRPr>
            </a:lvl8pPr>
            <a:lvl9pPr lvl="8" marR="0" algn="l">
              <a:spcBef>
                <a:spcPts val="0"/>
              </a:spcBef>
              <a:spcAft>
                <a:spcPts val="0"/>
              </a:spcAft>
              <a:buSzPts val="1400"/>
              <a:buNone/>
              <a:defRPr b="0" i="0" sz="1800" u="none" cap="none" strike="noStrike">
                <a:solidFill>
                  <a:schemeClr val="lt1"/>
                </a:solidFill>
                <a:latin typeface="Century Schoolbook"/>
                <a:ea typeface="Century Schoolbook"/>
                <a:cs typeface="Century Schoolbook"/>
                <a:sym typeface="Century Schoolbook"/>
              </a:defRPr>
            </a:lvl9pPr>
          </a:lstStyle>
          <a:p/>
        </p:txBody>
      </p:sp>
      <p:sp>
        <p:nvSpPr>
          <p:cNvPr id="14" name="Google Shape;14;p1"/>
          <p:cNvSpPr txBox="1"/>
          <p:nvPr>
            <p:ph idx="11" type="ftr"/>
          </p:nvPr>
        </p:nvSpPr>
        <p:spPr>
          <a:xfrm rot="-5400000">
            <a:off x="9959329" y="4046550"/>
            <a:ext cx="3581400" cy="365100"/>
          </a:xfrm>
          <a:prstGeom prst="rect">
            <a:avLst/>
          </a:prstGeom>
          <a:noFill/>
          <a:ln>
            <a:noFill/>
          </a:ln>
        </p:spPr>
        <p:txBody>
          <a:bodyPr anchorCtr="0" anchor="ctr" bIns="45700" lIns="91425" spcFirstLastPara="1" rIns="91425" wrap="square" tIns="45700">
            <a:noAutofit/>
          </a:bodyPr>
          <a:lstStyle>
            <a:lvl1pPr lvl="0" marR="0" algn="l">
              <a:spcBef>
                <a:spcPts val="0"/>
              </a:spcBef>
              <a:spcAft>
                <a:spcPts val="0"/>
              </a:spcAft>
              <a:buSzPts val="1400"/>
              <a:buNone/>
              <a:defRPr b="0" i="0" sz="1050" u="none" cap="none" strike="noStrike">
                <a:solidFill>
                  <a:srgbClr val="F6F5F4"/>
                </a:solidFill>
                <a:latin typeface="Century Schoolbook"/>
                <a:ea typeface="Century Schoolbook"/>
                <a:cs typeface="Century Schoolbook"/>
                <a:sym typeface="Century Schoolbook"/>
              </a:defRPr>
            </a:lvl1pPr>
            <a:lvl2pPr lvl="1" marR="0" algn="l">
              <a:spcBef>
                <a:spcPts val="0"/>
              </a:spcBef>
              <a:spcAft>
                <a:spcPts val="0"/>
              </a:spcAft>
              <a:buSzPts val="1400"/>
              <a:buNone/>
              <a:defRPr b="0" i="0" sz="1800" u="none" cap="none" strike="noStrike">
                <a:solidFill>
                  <a:schemeClr val="lt1"/>
                </a:solidFill>
                <a:latin typeface="Century Schoolbook"/>
                <a:ea typeface="Century Schoolbook"/>
                <a:cs typeface="Century Schoolbook"/>
                <a:sym typeface="Century Schoolbook"/>
              </a:defRPr>
            </a:lvl2pPr>
            <a:lvl3pPr lvl="2" marR="0" algn="l">
              <a:spcBef>
                <a:spcPts val="0"/>
              </a:spcBef>
              <a:spcAft>
                <a:spcPts val="0"/>
              </a:spcAft>
              <a:buSzPts val="1400"/>
              <a:buNone/>
              <a:defRPr b="0" i="0" sz="1800" u="none" cap="none" strike="noStrike">
                <a:solidFill>
                  <a:schemeClr val="lt1"/>
                </a:solidFill>
                <a:latin typeface="Century Schoolbook"/>
                <a:ea typeface="Century Schoolbook"/>
                <a:cs typeface="Century Schoolbook"/>
                <a:sym typeface="Century Schoolbook"/>
              </a:defRPr>
            </a:lvl3pPr>
            <a:lvl4pPr lvl="3" marR="0" algn="l">
              <a:spcBef>
                <a:spcPts val="0"/>
              </a:spcBef>
              <a:spcAft>
                <a:spcPts val="0"/>
              </a:spcAft>
              <a:buSzPts val="1400"/>
              <a:buNone/>
              <a:defRPr b="0" i="0" sz="1800" u="none" cap="none" strike="noStrike">
                <a:solidFill>
                  <a:schemeClr val="lt1"/>
                </a:solidFill>
                <a:latin typeface="Century Schoolbook"/>
                <a:ea typeface="Century Schoolbook"/>
                <a:cs typeface="Century Schoolbook"/>
                <a:sym typeface="Century Schoolbook"/>
              </a:defRPr>
            </a:lvl4pPr>
            <a:lvl5pPr lvl="4" marR="0" algn="l">
              <a:spcBef>
                <a:spcPts val="0"/>
              </a:spcBef>
              <a:spcAft>
                <a:spcPts val="0"/>
              </a:spcAft>
              <a:buSzPts val="1400"/>
              <a:buNone/>
              <a:defRPr b="0" i="0" sz="1800" u="none" cap="none" strike="noStrike">
                <a:solidFill>
                  <a:schemeClr val="lt1"/>
                </a:solidFill>
                <a:latin typeface="Century Schoolbook"/>
                <a:ea typeface="Century Schoolbook"/>
                <a:cs typeface="Century Schoolbook"/>
                <a:sym typeface="Century Schoolbook"/>
              </a:defRPr>
            </a:lvl5pPr>
            <a:lvl6pPr lvl="5" marR="0" algn="l">
              <a:spcBef>
                <a:spcPts val="0"/>
              </a:spcBef>
              <a:spcAft>
                <a:spcPts val="0"/>
              </a:spcAft>
              <a:buSzPts val="1400"/>
              <a:buNone/>
              <a:defRPr b="0" i="0" sz="1800" u="none" cap="none" strike="noStrike">
                <a:solidFill>
                  <a:schemeClr val="lt1"/>
                </a:solidFill>
                <a:latin typeface="Century Schoolbook"/>
                <a:ea typeface="Century Schoolbook"/>
                <a:cs typeface="Century Schoolbook"/>
                <a:sym typeface="Century Schoolbook"/>
              </a:defRPr>
            </a:lvl6pPr>
            <a:lvl7pPr lvl="6" marR="0" algn="l">
              <a:spcBef>
                <a:spcPts val="0"/>
              </a:spcBef>
              <a:spcAft>
                <a:spcPts val="0"/>
              </a:spcAft>
              <a:buSzPts val="1400"/>
              <a:buNone/>
              <a:defRPr b="0" i="0" sz="1800" u="none" cap="none" strike="noStrike">
                <a:solidFill>
                  <a:schemeClr val="lt1"/>
                </a:solidFill>
                <a:latin typeface="Century Schoolbook"/>
                <a:ea typeface="Century Schoolbook"/>
                <a:cs typeface="Century Schoolbook"/>
                <a:sym typeface="Century Schoolbook"/>
              </a:defRPr>
            </a:lvl7pPr>
            <a:lvl8pPr lvl="7" marR="0" algn="l">
              <a:spcBef>
                <a:spcPts val="0"/>
              </a:spcBef>
              <a:spcAft>
                <a:spcPts val="0"/>
              </a:spcAft>
              <a:buSzPts val="1400"/>
              <a:buNone/>
              <a:defRPr b="0" i="0" sz="1800" u="none" cap="none" strike="noStrike">
                <a:solidFill>
                  <a:schemeClr val="lt1"/>
                </a:solidFill>
                <a:latin typeface="Century Schoolbook"/>
                <a:ea typeface="Century Schoolbook"/>
                <a:cs typeface="Century Schoolbook"/>
                <a:sym typeface="Century Schoolbook"/>
              </a:defRPr>
            </a:lvl8pPr>
            <a:lvl9pPr lvl="8" marR="0" algn="l">
              <a:spcBef>
                <a:spcPts val="0"/>
              </a:spcBef>
              <a:spcAft>
                <a:spcPts val="0"/>
              </a:spcAft>
              <a:buSzPts val="1400"/>
              <a:buNone/>
              <a:defRPr b="0" i="0" sz="1800" u="none" cap="none" strike="noStrike">
                <a:solidFill>
                  <a:schemeClr val="lt1"/>
                </a:solidFill>
                <a:latin typeface="Century Schoolbook"/>
                <a:ea typeface="Century Schoolbook"/>
                <a:cs typeface="Century Schoolbook"/>
                <a:sym typeface="Century Schoolbook"/>
              </a:defRPr>
            </a:lvl9pPr>
          </a:lstStyle>
          <a:p/>
        </p:txBody>
      </p:sp>
      <p:sp>
        <p:nvSpPr>
          <p:cNvPr id="15" name="Google Shape;15;p1"/>
          <p:cNvSpPr txBox="1"/>
          <p:nvPr>
            <p:ph idx="12" type="sldNum"/>
          </p:nvPr>
        </p:nvSpPr>
        <p:spPr>
          <a:xfrm>
            <a:off x="11292840" y="6172200"/>
            <a:ext cx="914400" cy="593700"/>
          </a:xfrm>
          <a:prstGeom prst="rect">
            <a:avLst/>
          </a:prstGeom>
          <a:noFill/>
          <a:ln>
            <a:noFill/>
          </a:ln>
        </p:spPr>
        <p:txBody>
          <a:bodyPr anchorCtr="0" anchor="ctr" bIns="45700" lIns="45700" spcFirstLastPara="1" rIns="45700" wrap="square" tIns="45700">
            <a:normAutofit/>
          </a:bodyPr>
          <a:lstStyle>
            <a:lvl1pPr indent="0" lvl="0" marL="0" marR="0" algn="ctr">
              <a:spcBef>
                <a:spcPts val="0"/>
              </a:spcBef>
              <a:buNone/>
              <a:defRPr b="0" i="0" sz="3600" u="none" cap="none" strike="noStrike">
                <a:solidFill>
                  <a:srgbClr val="E6E4DF"/>
                </a:solidFill>
                <a:latin typeface="Century Schoolbook"/>
                <a:ea typeface="Century Schoolbook"/>
                <a:cs typeface="Century Schoolbook"/>
                <a:sym typeface="Century Schoolbook"/>
              </a:defRPr>
            </a:lvl1pPr>
            <a:lvl2pPr indent="0" lvl="1" marL="0" marR="0" algn="ctr">
              <a:spcBef>
                <a:spcPts val="0"/>
              </a:spcBef>
              <a:buNone/>
              <a:defRPr b="0" i="0" sz="3600" u="none" cap="none" strike="noStrike">
                <a:solidFill>
                  <a:srgbClr val="E6E4DF"/>
                </a:solidFill>
                <a:latin typeface="Century Schoolbook"/>
                <a:ea typeface="Century Schoolbook"/>
                <a:cs typeface="Century Schoolbook"/>
                <a:sym typeface="Century Schoolbook"/>
              </a:defRPr>
            </a:lvl2pPr>
            <a:lvl3pPr indent="0" lvl="2" marL="0" marR="0" algn="ctr">
              <a:spcBef>
                <a:spcPts val="0"/>
              </a:spcBef>
              <a:buNone/>
              <a:defRPr b="0" i="0" sz="3600" u="none" cap="none" strike="noStrike">
                <a:solidFill>
                  <a:srgbClr val="E6E4DF"/>
                </a:solidFill>
                <a:latin typeface="Century Schoolbook"/>
                <a:ea typeface="Century Schoolbook"/>
                <a:cs typeface="Century Schoolbook"/>
                <a:sym typeface="Century Schoolbook"/>
              </a:defRPr>
            </a:lvl3pPr>
            <a:lvl4pPr indent="0" lvl="3" marL="0" marR="0" algn="ctr">
              <a:spcBef>
                <a:spcPts val="0"/>
              </a:spcBef>
              <a:buNone/>
              <a:defRPr b="0" i="0" sz="3600" u="none" cap="none" strike="noStrike">
                <a:solidFill>
                  <a:srgbClr val="E6E4DF"/>
                </a:solidFill>
                <a:latin typeface="Century Schoolbook"/>
                <a:ea typeface="Century Schoolbook"/>
                <a:cs typeface="Century Schoolbook"/>
                <a:sym typeface="Century Schoolbook"/>
              </a:defRPr>
            </a:lvl4pPr>
            <a:lvl5pPr indent="0" lvl="4" marL="0" marR="0" algn="ctr">
              <a:spcBef>
                <a:spcPts val="0"/>
              </a:spcBef>
              <a:buNone/>
              <a:defRPr b="0" i="0" sz="3600" u="none" cap="none" strike="noStrike">
                <a:solidFill>
                  <a:srgbClr val="E6E4DF"/>
                </a:solidFill>
                <a:latin typeface="Century Schoolbook"/>
                <a:ea typeface="Century Schoolbook"/>
                <a:cs typeface="Century Schoolbook"/>
                <a:sym typeface="Century Schoolbook"/>
              </a:defRPr>
            </a:lvl5pPr>
            <a:lvl6pPr indent="0" lvl="5" marL="0" marR="0" algn="ctr">
              <a:spcBef>
                <a:spcPts val="0"/>
              </a:spcBef>
              <a:buNone/>
              <a:defRPr b="0" i="0" sz="3600" u="none" cap="none" strike="noStrike">
                <a:solidFill>
                  <a:srgbClr val="E6E4DF"/>
                </a:solidFill>
                <a:latin typeface="Century Schoolbook"/>
                <a:ea typeface="Century Schoolbook"/>
                <a:cs typeface="Century Schoolbook"/>
                <a:sym typeface="Century Schoolbook"/>
              </a:defRPr>
            </a:lvl6pPr>
            <a:lvl7pPr indent="0" lvl="6" marL="0" marR="0" algn="ctr">
              <a:spcBef>
                <a:spcPts val="0"/>
              </a:spcBef>
              <a:buNone/>
              <a:defRPr b="0" i="0" sz="3600" u="none" cap="none" strike="noStrike">
                <a:solidFill>
                  <a:srgbClr val="E6E4DF"/>
                </a:solidFill>
                <a:latin typeface="Century Schoolbook"/>
                <a:ea typeface="Century Schoolbook"/>
                <a:cs typeface="Century Schoolbook"/>
                <a:sym typeface="Century Schoolbook"/>
              </a:defRPr>
            </a:lvl7pPr>
            <a:lvl8pPr indent="0" lvl="7" marL="0" marR="0" algn="ctr">
              <a:spcBef>
                <a:spcPts val="0"/>
              </a:spcBef>
              <a:buNone/>
              <a:defRPr b="0" i="0" sz="3600" u="none" cap="none" strike="noStrike">
                <a:solidFill>
                  <a:srgbClr val="E6E4DF"/>
                </a:solidFill>
                <a:latin typeface="Century Schoolbook"/>
                <a:ea typeface="Century Schoolbook"/>
                <a:cs typeface="Century Schoolbook"/>
                <a:sym typeface="Century Schoolbook"/>
              </a:defRPr>
            </a:lvl8pPr>
            <a:lvl9pPr indent="0" lvl="8" marL="0" marR="0" algn="ctr">
              <a:spcBef>
                <a:spcPts val="0"/>
              </a:spcBef>
              <a:buNone/>
              <a:defRPr b="0" i="0" sz="3600" u="none" cap="none" strike="noStrike">
                <a:solidFill>
                  <a:srgbClr val="E6E4DF"/>
                </a:solidFill>
                <a:latin typeface="Century Schoolbook"/>
                <a:ea typeface="Century Schoolbook"/>
                <a:cs typeface="Century Schoolbook"/>
                <a:sym typeface="Century Schoolbook"/>
              </a:defRPr>
            </a:lvl9pPr>
          </a:lstStyle>
          <a:p>
            <a:pPr indent="0" lvl="0" marL="0" rtl="0" algn="ct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3" name="Shape 23"/>
        <p:cNvGrpSpPr/>
        <p:nvPr/>
      </p:nvGrpSpPr>
      <p:grpSpPr>
        <a:xfrm>
          <a:off x="0" y="0"/>
          <a:ext cx="0" cy="0"/>
          <a:chOff x="0" y="0"/>
          <a:chExt cx="0" cy="0"/>
        </a:xfrm>
      </p:grpSpPr>
      <p:sp>
        <p:nvSpPr>
          <p:cNvPr id="24" name="Google Shape;24;p3"/>
          <p:cNvSpPr/>
          <p:nvPr/>
        </p:nvSpPr>
        <p:spPr>
          <a:xfrm>
            <a:off x="11292840" y="0"/>
            <a:ext cx="914400" cy="6858000"/>
          </a:xfrm>
          <a:prstGeom prst="rect">
            <a:avLst/>
          </a:prstGeom>
          <a:solidFill>
            <a:srgbClr val="34343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3"/>
          <p:cNvSpPr txBox="1"/>
          <p:nvPr>
            <p:ph type="title"/>
          </p:nvPr>
        </p:nvSpPr>
        <p:spPr>
          <a:xfrm>
            <a:off x="1261872" y="365760"/>
            <a:ext cx="9692700" cy="1325700"/>
          </a:xfrm>
          <a:prstGeom prst="rect">
            <a:avLst/>
          </a:prstGeom>
          <a:noFill/>
          <a:ln>
            <a:noFill/>
          </a:ln>
        </p:spPr>
        <p:txBody>
          <a:bodyPr anchorCtr="0" anchor="b" bIns="45700" lIns="91425" spcFirstLastPara="1" rIns="91425" wrap="square" tIns="45700">
            <a:normAutofit/>
          </a:bodyPr>
          <a:lstStyle>
            <a:lvl1pPr lvl="0" marR="0" algn="l">
              <a:lnSpc>
                <a:spcPct val="90000"/>
              </a:lnSpc>
              <a:spcBef>
                <a:spcPts val="0"/>
              </a:spcBef>
              <a:spcAft>
                <a:spcPts val="0"/>
              </a:spcAft>
              <a:buClr>
                <a:schemeClr val="dk1"/>
              </a:buClr>
              <a:buSzPts val="4400"/>
              <a:buFont typeface="Century Schoolbook"/>
              <a:buNone/>
              <a:defRPr b="0" i="0" sz="4400" u="none" cap="none" strike="noStrike">
                <a:solidFill>
                  <a:schemeClr val="dk1"/>
                </a:solidFill>
                <a:latin typeface="Century Schoolbook"/>
                <a:ea typeface="Century Schoolbook"/>
                <a:cs typeface="Century Schoolbook"/>
                <a:sym typeface="Century Schoolbook"/>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26" name="Google Shape;26;p3"/>
          <p:cNvSpPr txBox="1"/>
          <p:nvPr>
            <p:ph idx="1" type="body"/>
          </p:nvPr>
        </p:nvSpPr>
        <p:spPr>
          <a:xfrm>
            <a:off x="1261872" y="1828800"/>
            <a:ext cx="8595300" cy="4351200"/>
          </a:xfrm>
          <a:prstGeom prst="rect">
            <a:avLst/>
          </a:prstGeom>
          <a:noFill/>
          <a:ln>
            <a:noFill/>
          </a:ln>
        </p:spPr>
        <p:txBody>
          <a:bodyPr anchorCtr="0" anchor="t" bIns="45700" lIns="91425" spcFirstLastPara="1" rIns="91425" wrap="square" tIns="45700">
            <a:normAutofit/>
          </a:bodyPr>
          <a:lstStyle>
            <a:lvl1pPr indent="-320040" lvl="0" marL="457200" marR="0" algn="l">
              <a:lnSpc>
                <a:spcPct val="95000"/>
              </a:lnSpc>
              <a:spcBef>
                <a:spcPts val="1400"/>
              </a:spcBef>
              <a:spcAft>
                <a:spcPts val="0"/>
              </a:spcAft>
              <a:buClr>
                <a:schemeClr val="accent1"/>
              </a:buClr>
              <a:buSzPts val="1440"/>
              <a:buFont typeface="Arial"/>
              <a:buChar char="•"/>
              <a:defRPr b="0" i="0" sz="1800" u="none" cap="none" strike="noStrike">
                <a:solidFill>
                  <a:schemeClr val="dk1"/>
                </a:solidFill>
                <a:latin typeface="Century Schoolbook"/>
                <a:ea typeface="Century Schoolbook"/>
                <a:cs typeface="Century Schoolbook"/>
                <a:sym typeface="Century Schoolbook"/>
              </a:defRPr>
            </a:lvl1pPr>
            <a:lvl2pPr indent="-330200" lvl="1" marL="914400" marR="0" algn="l">
              <a:lnSpc>
                <a:spcPct val="90000"/>
              </a:lnSpc>
              <a:spcBef>
                <a:spcPts val="300"/>
              </a:spcBef>
              <a:spcAft>
                <a:spcPts val="0"/>
              </a:spcAft>
              <a:buClr>
                <a:schemeClr val="accent1"/>
              </a:buClr>
              <a:buSzPts val="1600"/>
              <a:buFont typeface="Noto Sans Symbols"/>
              <a:buChar char="●"/>
              <a:defRPr b="0" i="0" sz="1600" u="none" cap="none" strike="noStrike">
                <a:solidFill>
                  <a:srgbClr val="262626"/>
                </a:solidFill>
                <a:latin typeface="Century Schoolbook"/>
                <a:ea typeface="Century Schoolbook"/>
                <a:cs typeface="Century Schoolbook"/>
                <a:sym typeface="Century Schoolbook"/>
              </a:defRPr>
            </a:lvl2pPr>
            <a:lvl3pPr indent="-317500" lvl="2" marL="1371600" marR="0" algn="l">
              <a:lnSpc>
                <a:spcPct val="90000"/>
              </a:lnSpc>
              <a:spcBef>
                <a:spcPts val="300"/>
              </a:spcBef>
              <a:spcAft>
                <a:spcPts val="0"/>
              </a:spcAft>
              <a:buClr>
                <a:schemeClr val="accent1"/>
              </a:buClr>
              <a:buSzPts val="1400"/>
              <a:buFont typeface="Noto Sans Symbols"/>
              <a:buChar char="●"/>
              <a:defRPr b="0" i="0" sz="1400" u="none" cap="none" strike="noStrike">
                <a:solidFill>
                  <a:srgbClr val="262626"/>
                </a:solidFill>
                <a:latin typeface="Century Schoolbook"/>
                <a:ea typeface="Century Schoolbook"/>
                <a:cs typeface="Century Schoolbook"/>
                <a:sym typeface="Century Schoolbook"/>
              </a:defRPr>
            </a:lvl3pPr>
            <a:lvl4pPr indent="-317500" lvl="3" marL="1828800" marR="0" algn="l">
              <a:lnSpc>
                <a:spcPct val="90000"/>
              </a:lnSpc>
              <a:spcBef>
                <a:spcPts val="300"/>
              </a:spcBef>
              <a:spcAft>
                <a:spcPts val="0"/>
              </a:spcAft>
              <a:buClr>
                <a:schemeClr val="accent1"/>
              </a:buClr>
              <a:buSzPts val="1400"/>
              <a:buFont typeface="Noto Sans Symbols"/>
              <a:buChar char="●"/>
              <a:defRPr b="0" i="0" sz="1400" u="none" cap="none" strike="noStrike">
                <a:solidFill>
                  <a:srgbClr val="262626"/>
                </a:solidFill>
                <a:latin typeface="Century Schoolbook"/>
                <a:ea typeface="Century Schoolbook"/>
                <a:cs typeface="Century Schoolbook"/>
                <a:sym typeface="Century Schoolbook"/>
              </a:defRPr>
            </a:lvl4pPr>
            <a:lvl5pPr indent="-317500" lvl="4" marL="2286000" marR="0" algn="l">
              <a:lnSpc>
                <a:spcPct val="90000"/>
              </a:lnSpc>
              <a:spcBef>
                <a:spcPts val="300"/>
              </a:spcBef>
              <a:spcAft>
                <a:spcPts val="0"/>
              </a:spcAft>
              <a:buClr>
                <a:schemeClr val="accent1"/>
              </a:buClr>
              <a:buSzPts val="1400"/>
              <a:buFont typeface="Noto Sans Symbols"/>
              <a:buChar char="●"/>
              <a:defRPr b="0" i="0" sz="1400" u="none" cap="none" strike="noStrike">
                <a:solidFill>
                  <a:srgbClr val="262626"/>
                </a:solidFill>
                <a:latin typeface="Century Schoolbook"/>
                <a:ea typeface="Century Schoolbook"/>
                <a:cs typeface="Century Schoolbook"/>
                <a:sym typeface="Century Schoolbook"/>
              </a:defRPr>
            </a:lvl5pPr>
            <a:lvl6pPr indent="-317500" lvl="5" marL="2743200" marR="0" algn="l">
              <a:lnSpc>
                <a:spcPct val="90000"/>
              </a:lnSpc>
              <a:spcBef>
                <a:spcPts val="300"/>
              </a:spcBef>
              <a:spcAft>
                <a:spcPts val="0"/>
              </a:spcAft>
              <a:buClr>
                <a:schemeClr val="accent1"/>
              </a:buClr>
              <a:buSzPts val="1400"/>
              <a:buFont typeface="Noto Sans Symbols"/>
              <a:buChar char="●"/>
              <a:defRPr b="0" i="0" sz="1400" u="none" cap="none" strike="noStrike">
                <a:solidFill>
                  <a:srgbClr val="262626"/>
                </a:solidFill>
                <a:latin typeface="Century Schoolbook"/>
                <a:ea typeface="Century Schoolbook"/>
                <a:cs typeface="Century Schoolbook"/>
                <a:sym typeface="Century Schoolbook"/>
              </a:defRPr>
            </a:lvl6pPr>
            <a:lvl7pPr indent="-317500" lvl="6" marL="3200400" marR="0" algn="l">
              <a:lnSpc>
                <a:spcPct val="90000"/>
              </a:lnSpc>
              <a:spcBef>
                <a:spcPts val="300"/>
              </a:spcBef>
              <a:spcAft>
                <a:spcPts val="0"/>
              </a:spcAft>
              <a:buClr>
                <a:schemeClr val="accent1"/>
              </a:buClr>
              <a:buSzPts val="1400"/>
              <a:buFont typeface="Noto Sans Symbols"/>
              <a:buChar char="●"/>
              <a:defRPr b="0" i="0" sz="1400" u="none" cap="none" strike="noStrike">
                <a:solidFill>
                  <a:srgbClr val="262626"/>
                </a:solidFill>
                <a:latin typeface="Century Schoolbook"/>
                <a:ea typeface="Century Schoolbook"/>
                <a:cs typeface="Century Schoolbook"/>
                <a:sym typeface="Century Schoolbook"/>
              </a:defRPr>
            </a:lvl7pPr>
            <a:lvl8pPr indent="-317500" lvl="7" marL="3657600" marR="0" algn="l">
              <a:lnSpc>
                <a:spcPct val="90000"/>
              </a:lnSpc>
              <a:spcBef>
                <a:spcPts val="300"/>
              </a:spcBef>
              <a:spcAft>
                <a:spcPts val="0"/>
              </a:spcAft>
              <a:buClr>
                <a:schemeClr val="accent1"/>
              </a:buClr>
              <a:buSzPts val="1400"/>
              <a:buFont typeface="Noto Sans Symbols"/>
              <a:buChar char="●"/>
              <a:defRPr b="0" i="0" sz="1400" u="none" cap="none" strike="noStrike">
                <a:solidFill>
                  <a:srgbClr val="262626"/>
                </a:solidFill>
                <a:latin typeface="Century Schoolbook"/>
                <a:ea typeface="Century Schoolbook"/>
                <a:cs typeface="Century Schoolbook"/>
                <a:sym typeface="Century Schoolbook"/>
              </a:defRPr>
            </a:lvl8pPr>
            <a:lvl9pPr indent="-317500" lvl="8" marL="4114800" marR="0" algn="l">
              <a:lnSpc>
                <a:spcPct val="90000"/>
              </a:lnSpc>
              <a:spcBef>
                <a:spcPts val="300"/>
              </a:spcBef>
              <a:spcAft>
                <a:spcPts val="300"/>
              </a:spcAft>
              <a:buClr>
                <a:schemeClr val="accent1"/>
              </a:buClr>
              <a:buSzPts val="1400"/>
              <a:buFont typeface="Noto Sans Symbols"/>
              <a:buChar char="●"/>
              <a:defRPr b="0" i="0" sz="1400" u="none" cap="none" strike="noStrike">
                <a:solidFill>
                  <a:srgbClr val="262626"/>
                </a:solidFill>
                <a:latin typeface="Century Schoolbook"/>
                <a:ea typeface="Century Schoolbook"/>
                <a:cs typeface="Century Schoolbook"/>
                <a:sym typeface="Century Schoolbook"/>
              </a:defRPr>
            </a:lvl9pPr>
          </a:lstStyle>
          <a:p/>
        </p:txBody>
      </p:sp>
      <p:sp>
        <p:nvSpPr>
          <p:cNvPr id="27" name="Google Shape;27;p3"/>
          <p:cNvSpPr txBox="1"/>
          <p:nvPr>
            <p:ph idx="10" type="dt"/>
          </p:nvPr>
        </p:nvSpPr>
        <p:spPr>
          <a:xfrm rot="-5400000">
            <a:off x="10797529" y="998549"/>
            <a:ext cx="1905000" cy="365100"/>
          </a:xfrm>
          <a:prstGeom prst="rect">
            <a:avLst/>
          </a:prstGeom>
          <a:noFill/>
          <a:ln>
            <a:noFill/>
          </a:ln>
        </p:spPr>
        <p:txBody>
          <a:bodyPr anchorCtr="0" anchor="ctr" bIns="45700" lIns="91425" spcFirstLastPara="1" rIns="91425" wrap="square" tIns="45700">
            <a:noAutofit/>
          </a:bodyPr>
          <a:lstStyle>
            <a:lvl1pPr lvl="0" marR="0" algn="r">
              <a:spcBef>
                <a:spcPts val="0"/>
              </a:spcBef>
              <a:spcAft>
                <a:spcPts val="0"/>
              </a:spcAft>
              <a:buSzPts val="1400"/>
              <a:buNone/>
              <a:defRPr b="0" i="0" sz="1050" u="none" cap="none" strike="noStrike">
                <a:solidFill>
                  <a:srgbClr val="DADADA"/>
                </a:solidFill>
                <a:latin typeface="Century Schoolbook"/>
                <a:ea typeface="Century Schoolbook"/>
                <a:cs typeface="Century Schoolbook"/>
                <a:sym typeface="Century Schoolbook"/>
              </a:defRPr>
            </a:lvl1pPr>
            <a:lvl2pPr lvl="1" marR="0" algn="l">
              <a:spcBef>
                <a:spcPts val="0"/>
              </a:spcBef>
              <a:spcAft>
                <a:spcPts val="0"/>
              </a:spcAft>
              <a:buSzPts val="1400"/>
              <a:buNone/>
              <a:defRPr b="0" i="0" sz="1800" u="none" cap="none" strike="noStrike">
                <a:solidFill>
                  <a:schemeClr val="dk1"/>
                </a:solidFill>
                <a:latin typeface="Century Schoolbook"/>
                <a:ea typeface="Century Schoolbook"/>
                <a:cs typeface="Century Schoolbook"/>
                <a:sym typeface="Century Schoolbook"/>
              </a:defRPr>
            </a:lvl2pPr>
            <a:lvl3pPr lvl="2" marR="0" algn="l">
              <a:spcBef>
                <a:spcPts val="0"/>
              </a:spcBef>
              <a:spcAft>
                <a:spcPts val="0"/>
              </a:spcAft>
              <a:buSzPts val="1400"/>
              <a:buNone/>
              <a:defRPr b="0" i="0" sz="1800" u="none" cap="none" strike="noStrike">
                <a:solidFill>
                  <a:schemeClr val="dk1"/>
                </a:solidFill>
                <a:latin typeface="Century Schoolbook"/>
                <a:ea typeface="Century Schoolbook"/>
                <a:cs typeface="Century Schoolbook"/>
                <a:sym typeface="Century Schoolbook"/>
              </a:defRPr>
            </a:lvl3pPr>
            <a:lvl4pPr lvl="3" marR="0" algn="l">
              <a:spcBef>
                <a:spcPts val="0"/>
              </a:spcBef>
              <a:spcAft>
                <a:spcPts val="0"/>
              </a:spcAft>
              <a:buSzPts val="1400"/>
              <a:buNone/>
              <a:defRPr b="0" i="0" sz="1800" u="none" cap="none" strike="noStrike">
                <a:solidFill>
                  <a:schemeClr val="dk1"/>
                </a:solidFill>
                <a:latin typeface="Century Schoolbook"/>
                <a:ea typeface="Century Schoolbook"/>
                <a:cs typeface="Century Schoolbook"/>
                <a:sym typeface="Century Schoolbook"/>
              </a:defRPr>
            </a:lvl4pPr>
            <a:lvl5pPr lvl="4" marR="0" algn="l">
              <a:spcBef>
                <a:spcPts val="0"/>
              </a:spcBef>
              <a:spcAft>
                <a:spcPts val="0"/>
              </a:spcAft>
              <a:buSzPts val="1400"/>
              <a:buNone/>
              <a:defRPr b="0" i="0" sz="1800" u="none" cap="none" strike="noStrike">
                <a:solidFill>
                  <a:schemeClr val="dk1"/>
                </a:solidFill>
                <a:latin typeface="Century Schoolbook"/>
                <a:ea typeface="Century Schoolbook"/>
                <a:cs typeface="Century Schoolbook"/>
                <a:sym typeface="Century Schoolbook"/>
              </a:defRPr>
            </a:lvl5pPr>
            <a:lvl6pPr lvl="5" marR="0" algn="l">
              <a:spcBef>
                <a:spcPts val="0"/>
              </a:spcBef>
              <a:spcAft>
                <a:spcPts val="0"/>
              </a:spcAft>
              <a:buSzPts val="1400"/>
              <a:buNone/>
              <a:defRPr b="0" i="0" sz="1800" u="none" cap="none" strike="noStrike">
                <a:solidFill>
                  <a:schemeClr val="dk1"/>
                </a:solidFill>
                <a:latin typeface="Century Schoolbook"/>
                <a:ea typeface="Century Schoolbook"/>
                <a:cs typeface="Century Schoolbook"/>
                <a:sym typeface="Century Schoolbook"/>
              </a:defRPr>
            </a:lvl6pPr>
            <a:lvl7pPr lvl="6" marR="0" algn="l">
              <a:spcBef>
                <a:spcPts val="0"/>
              </a:spcBef>
              <a:spcAft>
                <a:spcPts val="0"/>
              </a:spcAft>
              <a:buSzPts val="1400"/>
              <a:buNone/>
              <a:defRPr b="0" i="0" sz="1800" u="none" cap="none" strike="noStrike">
                <a:solidFill>
                  <a:schemeClr val="dk1"/>
                </a:solidFill>
                <a:latin typeface="Century Schoolbook"/>
                <a:ea typeface="Century Schoolbook"/>
                <a:cs typeface="Century Schoolbook"/>
                <a:sym typeface="Century Schoolbook"/>
              </a:defRPr>
            </a:lvl7pPr>
            <a:lvl8pPr lvl="7" marR="0" algn="l">
              <a:spcBef>
                <a:spcPts val="0"/>
              </a:spcBef>
              <a:spcAft>
                <a:spcPts val="0"/>
              </a:spcAft>
              <a:buSzPts val="1400"/>
              <a:buNone/>
              <a:defRPr b="0" i="0" sz="1800" u="none" cap="none" strike="noStrike">
                <a:solidFill>
                  <a:schemeClr val="dk1"/>
                </a:solidFill>
                <a:latin typeface="Century Schoolbook"/>
                <a:ea typeface="Century Schoolbook"/>
                <a:cs typeface="Century Schoolbook"/>
                <a:sym typeface="Century Schoolbook"/>
              </a:defRPr>
            </a:lvl8pPr>
            <a:lvl9pPr lvl="8" marR="0" algn="l">
              <a:spcBef>
                <a:spcPts val="0"/>
              </a:spcBef>
              <a:spcAft>
                <a:spcPts val="0"/>
              </a:spcAft>
              <a:buSzPts val="1400"/>
              <a:buNone/>
              <a:defRPr b="0" i="0" sz="1800" u="none" cap="none" strike="noStrike">
                <a:solidFill>
                  <a:schemeClr val="dk1"/>
                </a:solidFill>
                <a:latin typeface="Century Schoolbook"/>
                <a:ea typeface="Century Schoolbook"/>
                <a:cs typeface="Century Schoolbook"/>
                <a:sym typeface="Century Schoolbook"/>
              </a:defRPr>
            </a:lvl9pPr>
          </a:lstStyle>
          <a:p/>
        </p:txBody>
      </p:sp>
      <p:sp>
        <p:nvSpPr>
          <p:cNvPr id="28" name="Google Shape;28;p3"/>
          <p:cNvSpPr txBox="1"/>
          <p:nvPr>
            <p:ph idx="11" type="ftr"/>
          </p:nvPr>
        </p:nvSpPr>
        <p:spPr>
          <a:xfrm rot="-5400000">
            <a:off x="9959329" y="4046550"/>
            <a:ext cx="3581400" cy="365100"/>
          </a:xfrm>
          <a:prstGeom prst="rect">
            <a:avLst/>
          </a:prstGeom>
          <a:noFill/>
          <a:ln>
            <a:noFill/>
          </a:ln>
        </p:spPr>
        <p:txBody>
          <a:bodyPr anchorCtr="0" anchor="ctr" bIns="45700" lIns="91425" spcFirstLastPara="1" rIns="91425" wrap="square" tIns="45700">
            <a:noAutofit/>
          </a:bodyPr>
          <a:lstStyle>
            <a:lvl1pPr lvl="0" marR="0" algn="l">
              <a:spcBef>
                <a:spcPts val="0"/>
              </a:spcBef>
              <a:spcAft>
                <a:spcPts val="0"/>
              </a:spcAft>
              <a:buSzPts val="1400"/>
              <a:buNone/>
              <a:defRPr b="0" i="0" sz="1050" u="none" cap="none" strike="noStrike">
                <a:solidFill>
                  <a:srgbClr val="DADADA"/>
                </a:solidFill>
                <a:latin typeface="Century Schoolbook"/>
                <a:ea typeface="Century Schoolbook"/>
                <a:cs typeface="Century Schoolbook"/>
                <a:sym typeface="Century Schoolbook"/>
              </a:defRPr>
            </a:lvl1pPr>
            <a:lvl2pPr lvl="1" marR="0" algn="l">
              <a:spcBef>
                <a:spcPts val="0"/>
              </a:spcBef>
              <a:spcAft>
                <a:spcPts val="0"/>
              </a:spcAft>
              <a:buSzPts val="1400"/>
              <a:buNone/>
              <a:defRPr b="0" i="0" sz="1800" u="none" cap="none" strike="noStrike">
                <a:solidFill>
                  <a:schemeClr val="dk1"/>
                </a:solidFill>
                <a:latin typeface="Century Schoolbook"/>
                <a:ea typeface="Century Schoolbook"/>
                <a:cs typeface="Century Schoolbook"/>
                <a:sym typeface="Century Schoolbook"/>
              </a:defRPr>
            </a:lvl2pPr>
            <a:lvl3pPr lvl="2" marR="0" algn="l">
              <a:spcBef>
                <a:spcPts val="0"/>
              </a:spcBef>
              <a:spcAft>
                <a:spcPts val="0"/>
              </a:spcAft>
              <a:buSzPts val="1400"/>
              <a:buNone/>
              <a:defRPr b="0" i="0" sz="1800" u="none" cap="none" strike="noStrike">
                <a:solidFill>
                  <a:schemeClr val="dk1"/>
                </a:solidFill>
                <a:latin typeface="Century Schoolbook"/>
                <a:ea typeface="Century Schoolbook"/>
                <a:cs typeface="Century Schoolbook"/>
                <a:sym typeface="Century Schoolbook"/>
              </a:defRPr>
            </a:lvl3pPr>
            <a:lvl4pPr lvl="3" marR="0" algn="l">
              <a:spcBef>
                <a:spcPts val="0"/>
              </a:spcBef>
              <a:spcAft>
                <a:spcPts val="0"/>
              </a:spcAft>
              <a:buSzPts val="1400"/>
              <a:buNone/>
              <a:defRPr b="0" i="0" sz="1800" u="none" cap="none" strike="noStrike">
                <a:solidFill>
                  <a:schemeClr val="dk1"/>
                </a:solidFill>
                <a:latin typeface="Century Schoolbook"/>
                <a:ea typeface="Century Schoolbook"/>
                <a:cs typeface="Century Schoolbook"/>
                <a:sym typeface="Century Schoolbook"/>
              </a:defRPr>
            </a:lvl4pPr>
            <a:lvl5pPr lvl="4" marR="0" algn="l">
              <a:spcBef>
                <a:spcPts val="0"/>
              </a:spcBef>
              <a:spcAft>
                <a:spcPts val="0"/>
              </a:spcAft>
              <a:buSzPts val="1400"/>
              <a:buNone/>
              <a:defRPr b="0" i="0" sz="1800" u="none" cap="none" strike="noStrike">
                <a:solidFill>
                  <a:schemeClr val="dk1"/>
                </a:solidFill>
                <a:latin typeface="Century Schoolbook"/>
                <a:ea typeface="Century Schoolbook"/>
                <a:cs typeface="Century Schoolbook"/>
                <a:sym typeface="Century Schoolbook"/>
              </a:defRPr>
            </a:lvl5pPr>
            <a:lvl6pPr lvl="5" marR="0" algn="l">
              <a:spcBef>
                <a:spcPts val="0"/>
              </a:spcBef>
              <a:spcAft>
                <a:spcPts val="0"/>
              </a:spcAft>
              <a:buSzPts val="1400"/>
              <a:buNone/>
              <a:defRPr b="0" i="0" sz="1800" u="none" cap="none" strike="noStrike">
                <a:solidFill>
                  <a:schemeClr val="dk1"/>
                </a:solidFill>
                <a:latin typeface="Century Schoolbook"/>
                <a:ea typeface="Century Schoolbook"/>
                <a:cs typeface="Century Schoolbook"/>
                <a:sym typeface="Century Schoolbook"/>
              </a:defRPr>
            </a:lvl6pPr>
            <a:lvl7pPr lvl="6" marR="0" algn="l">
              <a:spcBef>
                <a:spcPts val="0"/>
              </a:spcBef>
              <a:spcAft>
                <a:spcPts val="0"/>
              </a:spcAft>
              <a:buSzPts val="1400"/>
              <a:buNone/>
              <a:defRPr b="0" i="0" sz="1800" u="none" cap="none" strike="noStrike">
                <a:solidFill>
                  <a:schemeClr val="dk1"/>
                </a:solidFill>
                <a:latin typeface="Century Schoolbook"/>
                <a:ea typeface="Century Schoolbook"/>
                <a:cs typeface="Century Schoolbook"/>
                <a:sym typeface="Century Schoolbook"/>
              </a:defRPr>
            </a:lvl7pPr>
            <a:lvl8pPr lvl="7" marR="0" algn="l">
              <a:spcBef>
                <a:spcPts val="0"/>
              </a:spcBef>
              <a:spcAft>
                <a:spcPts val="0"/>
              </a:spcAft>
              <a:buSzPts val="1400"/>
              <a:buNone/>
              <a:defRPr b="0" i="0" sz="1800" u="none" cap="none" strike="noStrike">
                <a:solidFill>
                  <a:schemeClr val="dk1"/>
                </a:solidFill>
                <a:latin typeface="Century Schoolbook"/>
                <a:ea typeface="Century Schoolbook"/>
                <a:cs typeface="Century Schoolbook"/>
                <a:sym typeface="Century Schoolbook"/>
              </a:defRPr>
            </a:lvl8pPr>
            <a:lvl9pPr lvl="8" marR="0" algn="l">
              <a:spcBef>
                <a:spcPts val="0"/>
              </a:spcBef>
              <a:spcAft>
                <a:spcPts val="0"/>
              </a:spcAft>
              <a:buSzPts val="1400"/>
              <a:buNone/>
              <a:defRPr b="0" i="0" sz="1800" u="none" cap="none" strike="noStrike">
                <a:solidFill>
                  <a:schemeClr val="dk1"/>
                </a:solidFill>
                <a:latin typeface="Century Schoolbook"/>
                <a:ea typeface="Century Schoolbook"/>
                <a:cs typeface="Century Schoolbook"/>
                <a:sym typeface="Century Schoolbook"/>
              </a:defRPr>
            </a:lvl9pPr>
          </a:lstStyle>
          <a:p/>
        </p:txBody>
      </p:sp>
      <p:sp>
        <p:nvSpPr>
          <p:cNvPr id="29" name="Google Shape;29;p3"/>
          <p:cNvSpPr txBox="1"/>
          <p:nvPr>
            <p:ph idx="12" type="sldNum"/>
          </p:nvPr>
        </p:nvSpPr>
        <p:spPr>
          <a:xfrm>
            <a:off x="11292840" y="6172200"/>
            <a:ext cx="914400" cy="593700"/>
          </a:xfrm>
          <a:prstGeom prst="rect">
            <a:avLst/>
          </a:prstGeom>
          <a:noFill/>
          <a:ln>
            <a:noFill/>
          </a:ln>
        </p:spPr>
        <p:txBody>
          <a:bodyPr anchorCtr="0" anchor="ctr" bIns="45700" lIns="45700" spcFirstLastPara="1" rIns="45700" wrap="square" tIns="45700">
            <a:normAutofit/>
          </a:bodyPr>
          <a:lstStyle>
            <a:lvl1pPr indent="0" lvl="0" marL="0" marR="0" algn="ctr">
              <a:spcBef>
                <a:spcPts val="0"/>
              </a:spcBef>
              <a:buNone/>
              <a:defRPr b="0" i="0" sz="3600" u="none" cap="none" strike="noStrike">
                <a:solidFill>
                  <a:srgbClr val="8E8E93"/>
                </a:solidFill>
                <a:latin typeface="Century Schoolbook"/>
                <a:ea typeface="Century Schoolbook"/>
                <a:cs typeface="Century Schoolbook"/>
                <a:sym typeface="Century Schoolbook"/>
              </a:defRPr>
            </a:lvl1pPr>
            <a:lvl2pPr indent="0" lvl="1" marL="0" marR="0" algn="ctr">
              <a:spcBef>
                <a:spcPts val="0"/>
              </a:spcBef>
              <a:buNone/>
              <a:defRPr b="0" i="0" sz="3600" u="none" cap="none" strike="noStrike">
                <a:solidFill>
                  <a:srgbClr val="8E8E93"/>
                </a:solidFill>
                <a:latin typeface="Century Schoolbook"/>
                <a:ea typeface="Century Schoolbook"/>
                <a:cs typeface="Century Schoolbook"/>
                <a:sym typeface="Century Schoolbook"/>
              </a:defRPr>
            </a:lvl2pPr>
            <a:lvl3pPr indent="0" lvl="2" marL="0" marR="0" algn="ctr">
              <a:spcBef>
                <a:spcPts val="0"/>
              </a:spcBef>
              <a:buNone/>
              <a:defRPr b="0" i="0" sz="3600" u="none" cap="none" strike="noStrike">
                <a:solidFill>
                  <a:srgbClr val="8E8E93"/>
                </a:solidFill>
                <a:latin typeface="Century Schoolbook"/>
                <a:ea typeface="Century Schoolbook"/>
                <a:cs typeface="Century Schoolbook"/>
                <a:sym typeface="Century Schoolbook"/>
              </a:defRPr>
            </a:lvl3pPr>
            <a:lvl4pPr indent="0" lvl="3" marL="0" marR="0" algn="ctr">
              <a:spcBef>
                <a:spcPts val="0"/>
              </a:spcBef>
              <a:buNone/>
              <a:defRPr b="0" i="0" sz="3600" u="none" cap="none" strike="noStrike">
                <a:solidFill>
                  <a:srgbClr val="8E8E93"/>
                </a:solidFill>
                <a:latin typeface="Century Schoolbook"/>
                <a:ea typeface="Century Schoolbook"/>
                <a:cs typeface="Century Schoolbook"/>
                <a:sym typeface="Century Schoolbook"/>
              </a:defRPr>
            </a:lvl4pPr>
            <a:lvl5pPr indent="0" lvl="4" marL="0" marR="0" algn="ctr">
              <a:spcBef>
                <a:spcPts val="0"/>
              </a:spcBef>
              <a:buNone/>
              <a:defRPr b="0" i="0" sz="3600" u="none" cap="none" strike="noStrike">
                <a:solidFill>
                  <a:srgbClr val="8E8E93"/>
                </a:solidFill>
                <a:latin typeface="Century Schoolbook"/>
                <a:ea typeface="Century Schoolbook"/>
                <a:cs typeface="Century Schoolbook"/>
                <a:sym typeface="Century Schoolbook"/>
              </a:defRPr>
            </a:lvl5pPr>
            <a:lvl6pPr indent="0" lvl="5" marL="0" marR="0" algn="ctr">
              <a:spcBef>
                <a:spcPts val="0"/>
              </a:spcBef>
              <a:buNone/>
              <a:defRPr b="0" i="0" sz="3600" u="none" cap="none" strike="noStrike">
                <a:solidFill>
                  <a:srgbClr val="8E8E93"/>
                </a:solidFill>
                <a:latin typeface="Century Schoolbook"/>
                <a:ea typeface="Century Schoolbook"/>
                <a:cs typeface="Century Schoolbook"/>
                <a:sym typeface="Century Schoolbook"/>
              </a:defRPr>
            </a:lvl6pPr>
            <a:lvl7pPr indent="0" lvl="6" marL="0" marR="0" algn="ctr">
              <a:spcBef>
                <a:spcPts val="0"/>
              </a:spcBef>
              <a:buNone/>
              <a:defRPr b="0" i="0" sz="3600" u="none" cap="none" strike="noStrike">
                <a:solidFill>
                  <a:srgbClr val="8E8E93"/>
                </a:solidFill>
                <a:latin typeface="Century Schoolbook"/>
                <a:ea typeface="Century Schoolbook"/>
                <a:cs typeface="Century Schoolbook"/>
                <a:sym typeface="Century Schoolbook"/>
              </a:defRPr>
            </a:lvl7pPr>
            <a:lvl8pPr indent="0" lvl="7" marL="0" marR="0" algn="ctr">
              <a:spcBef>
                <a:spcPts val="0"/>
              </a:spcBef>
              <a:buNone/>
              <a:defRPr b="0" i="0" sz="3600" u="none" cap="none" strike="noStrike">
                <a:solidFill>
                  <a:srgbClr val="8E8E93"/>
                </a:solidFill>
                <a:latin typeface="Century Schoolbook"/>
                <a:ea typeface="Century Schoolbook"/>
                <a:cs typeface="Century Schoolbook"/>
                <a:sym typeface="Century Schoolbook"/>
              </a:defRPr>
            </a:lvl8pPr>
            <a:lvl9pPr indent="0" lvl="8" marL="0" marR="0" algn="ctr">
              <a:spcBef>
                <a:spcPts val="0"/>
              </a:spcBef>
              <a:buNone/>
              <a:defRPr b="0" i="0" sz="3600" u="none" cap="none" strike="noStrike">
                <a:solidFill>
                  <a:srgbClr val="8E8E93"/>
                </a:solidFill>
                <a:latin typeface="Century Schoolbook"/>
                <a:ea typeface="Century Schoolbook"/>
                <a:cs typeface="Century Schoolbook"/>
                <a:sym typeface="Century Schoolbook"/>
              </a:defRPr>
            </a:lvl9pPr>
          </a:lstStyle>
          <a:p>
            <a:pPr indent="0" lvl="0" marL="0" rtl="0" algn="ct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hyperlink" Target="https://peerj.com/articles/cs-2944/" TargetMode="External"/><Relationship Id="rId4" Type="http://schemas.openxmlformats.org/officeDocument/2006/relationships/hyperlink" Target="https://arxiv.org/abs/2501.06591?utm_source=chatgpt.com"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hyperlink" Target="https://www.ijraset.com/research-paper/machine-learning-based-theft-detection?utm_source=chatgpt.com" TargetMode="External"/><Relationship Id="rId4" Type="http://schemas.openxmlformats.org/officeDocument/2006/relationships/hyperlink" Target="https://arxiv.org/abs/2005.02142?utm_source=chatgpt.com"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hyperlink" Target="https://www.mdpi.com/2076-3417/13/14/8341?utm_source=chatgpt.com" TargetMode="External"/><Relationship Id="rId4" Type="http://schemas.openxmlformats.org/officeDocument/2006/relationships/hyperlink" Target="https://arxiv.org/abs/2504.19970?utm_source=chatgpt.com"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2.png"/><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2.png"/><Relationship Id="rId4" Type="http://schemas.openxmlformats.org/officeDocument/2006/relationships/image" Target="../media/image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43437"/>
        </a:solidFill>
      </p:bgPr>
    </p:bg>
    <p:spTree>
      <p:nvGrpSpPr>
        <p:cNvPr id="105" name="Shape 105"/>
        <p:cNvGrpSpPr/>
        <p:nvPr/>
      </p:nvGrpSpPr>
      <p:grpSpPr>
        <a:xfrm>
          <a:off x="0" y="0"/>
          <a:ext cx="0" cy="0"/>
          <a:chOff x="0" y="0"/>
          <a:chExt cx="0" cy="0"/>
        </a:xfrm>
      </p:grpSpPr>
      <p:sp>
        <p:nvSpPr>
          <p:cNvPr id="106" name="Google Shape;106;p15"/>
          <p:cNvSpPr txBox="1"/>
          <p:nvPr>
            <p:ph type="ctrTitle"/>
          </p:nvPr>
        </p:nvSpPr>
        <p:spPr>
          <a:xfrm>
            <a:off x="1572915" y="2351846"/>
            <a:ext cx="10480200" cy="1813500"/>
          </a:xfrm>
          <a:prstGeom prst="rect">
            <a:avLst/>
          </a:prstGeom>
          <a:noFill/>
          <a:ln>
            <a:noFill/>
          </a:ln>
        </p:spPr>
        <p:txBody>
          <a:bodyPr anchorCtr="0" anchor="b" bIns="45700" lIns="91425" spcFirstLastPara="1" rIns="91425" wrap="square" tIns="45700">
            <a:normAutofit/>
          </a:bodyPr>
          <a:lstStyle/>
          <a:p>
            <a:pPr indent="0" lvl="0" marL="0" rtl="0" algn="ctr">
              <a:lnSpc>
                <a:spcPct val="85000"/>
              </a:lnSpc>
              <a:spcBef>
                <a:spcPts val="0"/>
              </a:spcBef>
              <a:spcAft>
                <a:spcPts val="0"/>
              </a:spcAft>
              <a:buClr>
                <a:schemeClr val="lt1"/>
              </a:buClr>
              <a:buSzPts val="4400"/>
              <a:buFont typeface="Century Schoolbook"/>
              <a:buNone/>
            </a:pPr>
            <a:r>
              <a:rPr lang="en-US" sz="4450">
                <a:solidFill>
                  <a:srgbClr val="FFFFFF"/>
                </a:solidFill>
              </a:rPr>
              <a:t>AI-Powered Real-Time Theft Detection System for Shopping Malls</a:t>
            </a:r>
            <a:endParaRPr/>
          </a:p>
        </p:txBody>
      </p:sp>
      <p:sp>
        <p:nvSpPr>
          <p:cNvPr id="107" name="Google Shape;107;p15"/>
          <p:cNvSpPr txBox="1"/>
          <p:nvPr>
            <p:ph idx="1" type="subTitle"/>
          </p:nvPr>
        </p:nvSpPr>
        <p:spPr>
          <a:xfrm>
            <a:off x="1261875" y="4165200"/>
            <a:ext cx="6580500" cy="2117700"/>
          </a:xfrm>
          <a:prstGeom prst="rect">
            <a:avLst/>
          </a:prstGeom>
          <a:noFill/>
          <a:ln>
            <a:noFill/>
          </a:ln>
        </p:spPr>
        <p:txBody>
          <a:bodyPr anchorCtr="0" anchor="t" bIns="45700" lIns="91425" spcFirstLastPara="1" rIns="91425" wrap="square" tIns="45700">
            <a:noAutofit/>
          </a:bodyPr>
          <a:lstStyle/>
          <a:p>
            <a:pPr indent="0" lvl="0" marL="0" rtl="0" algn="l">
              <a:lnSpc>
                <a:spcPct val="95000"/>
              </a:lnSpc>
              <a:spcBef>
                <a:spcPts val="0"/>
              </a:spcBef>
              <a:spcAft>
                <a:spcPts val="0"/>
              </a:spcAft>
              <a:buSzPts val="2320"/>
              <a:buNone/>
            </a:pPr>
            <a:r>
              <a:rPr b="1" lang="en-US" sz="2400"/>
              <a:t>Group Members:</a:t>
            </a:r>
            <a:endParaRPr b="1" sz="2400"/>
          </a:p>
          <a:p>
            <a:pPr indent="0" lvl="0" marL="0" rtl="0" algn="l">
              <a:lnSpc>
                <a:spcPct val="95000"/>
              </a:lnSpc>
              <a:spcBef>
                <a:spcPts val="0"/>
              </a:spcBef>
              <a:spcAft>
                <a:spcPts val="0"/>
              </a:spcAft>
              <a:buSzPts val="2320"/>
              <a:buNone/>
            </a:pPr>
            <a:r>
              <a:t/>
            </a:r>
            <a:endParaRPr b="1" sz="2400"/>
          </a:p>
          <a:p>
            <a:pPr indent="0" lvl="0" marL="0" rtl="0" algn="l">
              <a:lnSpc>
                <a:spcPct val="95000"/>
              </a:lnSpc>
              <a:spcBef>
                <a:spcPts val="0"/>
              </a:spcBef>
              <a:spcAft>
                <a:spcPts val="0"/>
              </a:spcAft>
              <a:buClr>
                <a:schemeClr val="dk1"/>
              </a:buClr>
              <a:buSzPts val="1100"/>
              <a:buFont typeface="Arial"/>
              <a:buNone/>
            </a:pPr>
            <a:r>
              <a:rPr lang="en-US" sz="2800">
                <a:solidFill>
                  <a:srgbClr val="BFBFBF"/>
                </a:solidFill>
              </a:rPr>
              <a:t>Muhammad Nadeem(22P-9366)</a:t>
            </a:r>
            <a:endParaRPr sz="2800">
              <a:solidFill>
                <a:srgbClr val="BFBFBF"/>
              </a:solidFill>
            </a:endParaRPr>
          </a:p>
          <a:p>
            <a:pPr indent="0" lvl="0" marL="0" rtl="0" algn="l">
              <a:lnSpc>
                <a:spcPct val="95000"/>
              </a:lnSpc>
              <a:spcBef>
                <a:spcPts val="1600"/>
              </a:spcBef>
              <a:spcAft>
                <a:spcPts val="0"/>
              </a:spcAft>
              <a:buClr>
                <a:schemeClr val="dk1"/>
              </a:buClr>
              <a:buSzPts val="1100"/>
              <a:buFont typeface="Arial"/>
              <a:buNone/>
            </a:pPr>
            <a:r>
              <a:rPr lang="en-US" sz="2800">
                <a:solidFill>
                  <a:srgbClr val="BFBFBF"/>
                </a:solidFill>
              </a:rPr>
              <a:t>Laiba Shahi(22P-9247)</a:t>
            </a:r>
            <a:endParaRPr sz="2800">
              <a:solidFill>
                <a:srgbClr val="BFBFBF"/>
              </a:solidFill>
            </a:endParaRPr>
          </a:p>
          <a:p>
            <a:pPr indent="0" lvl="0" marL="0" rtl="0" algn="l">
              <a:lnSpc>
                <a:spcPct val="95000"/>
              </a:lnSpc>
              <a:spcBef>
                <a:spcPts val="1600"/>
              </a:spcBef>
              <a:spcAft>
                <a:spcPts val="0"/>
              </a:spcAft>
              <a:buClr>
                <a:schemeClr val="dk1"/>
              </a:buClr>
              <a:buSzPts val="1100"/>
              <a:buFont typeface="Arial"/>
              <a:buNone/>
            </a:pPr>
            <a:r>
              <a:rPr lang="en-US" sz="2800">
                <a:solidFill>
                  <a:srgbClr val="BFBFBF"/>
                </a:solidFill>
              </a:rPr>
              <a:t>Sultan Mehmood Mughal(22P-9242)</a:t>
            </a:r>
            <a:endParaRPr sz="2800">
              <a:solidFill>
                <a:srgbClr val="BFBFBF"/>
              </a:solidFill>
            </a:endParaRPr>
          </a:p>
          <a:p>
            <a:pPr indent="0" lvl="0" marL="0" rtl="0" algn="l">
              <a:lnSpc>
                <a:spcPct val="95000"/>
              </a:lnSpc>
              <a:spcBef>
                <a:spcPts val="1600"/>
              </a:spcBef>
              <a:spcAft>
                <a:spcPts val="0"/>
              </a:spcAft>
              <a:buSzPts val="2071"/>
              <a:buNone/>
            </a:pPr>
            <a:r>
              <a:t/>
            </a:r>
            <a:endParaRPr sz="2800">
              <a:solidFill>
                <a:srgbClr val="B4B4B6"/>
              </a:solidFill>
            </a:endParaRPr>
          </a:p>
          <a:p>
            <a:pPr indent="0" lvl="0" marL="0" rtl="0" algn="l">
              <a:lnSpc>
                <a:spcPct val="95000"/>
              </a:lnSpc>
              <a:spcBef>
                <a:spcPts val="1400"/>
              </a:spcBef>
              <a:spcAft>
                <a:spcPts val="0"/>
              </a:spcAft>
              <a:buSzPts val="1760"/>
              <a:buNone/>
            </a:pPr>
            <a:r>
              <a:t/>
            </a:r>
            <a:endParaRPr sz="2400"/>
          </a:p>
        </p:txBody>
      </p:sp>
      <p:sp>
        <p:nvSpPr>
          <p:cNvPr id="108" name="Google Shape;108;p15"/>
          <p:cNvSpPr txBox="1"/>
          <p:nvPr/>
        </p:nvSpPr>
        <p:spPr>
          <a:xfrm>
            <a:off x="8119199" y="4165200"/>
            <a:ext cx="3622800" cy="1691700"/>
          </a:xfrm>
          <a:prstGeom prst="rect">
            <a:avLst/>
          </a:prstGeom>
          <a:noFill/>
          <a:ln>
            <a:noFill/>
          </a:ln>
        </p:spPr>
        <p:txBody>
          <a:bodyPr anchorCtr="0" anchor="t" bIns="45700" lIns="91425" spcFirstLastPara="1" rIns="91425" wrap="square" tIns="45700">
            <a:normAutofit/>
          </a:bodyPr>
          <a:lstStyle/>
          <a:p>
            <a:pPr indent="0" lvl="0" marL="0" marR="0" rtl="0" algn="l">
              <a:lnSpc>
                <a:spcPct val="95000"/>
              </a:lnSpc>
              <a:spcBef>
                <a:spcPts val="0"/>
              </a:spcBef>
              <a:spcAft>
                <a:spcPts val="0"/>
              </a:spcAft>
              <a:buClr>
                <a:schemeClr val="accent1"/>
              </a:buClr>
              <a:buSzPts val="1760"/>
              <a:buFont typeface="Arial"/>
              <a:buNone/>
            </a:pPr>
            <a:r>
              <a:rPr b="0" i="0" lang="en-US" sz="2400" u="none" cap="none" strike="noStrike">
                <a:solidFill>
                  <a:srgbClr val="BFBFBF"/>
                </a:solidFill>
                <a:latin typeface="Century Schoolbook"/>
                <a:ea typeface="Century Schoolbook"/>
                <a:cs typeface="Century Schoolbook"/>
                <a:sym typeface="Century Schoolbook"/>
              </a:rPr>
              <a:t>Project Supervisor</a:t>
            </a:r>
            <a:endParaRPr b="0" i="0" sz="2400" u="none" cap="none" strike="noStrike">
              <a:solidFill>
                <a:srgbClr val="BFBFBF"/>
              </a:solidFill>
              <a:latin typeface="Calibri"/>
              <a:ea typeface="Calibri"/>
              <a:cs typeface="Calibri"/>
              <a:sym typeface="Calibri"/>
            </a:endParaRPr>
          </a:p>
          <a:p>
            <a:pPr indent="0" lvl="0" marL="0" marR="0" rtl="0" algn="l">
              <a:lnSpc>
                <a:spcPct val="95000"/>
              </a:lnSpc>
              <a:spcBef>
                <a:spcPts val="1400"/>
              </a:spcBef>
              <a:spcAft>
                <a:spcPts val="0"/>
              </a:spcAft>
              <a:buClr>
                <a:schemeClr val="accent1"/>
              </a:buClr>
              <a:buSzPts val="2240"/>
              <a:buFont typeface="Arial"/>
              <a:buNone/>
            </a:pPr>
            <a:r>
              <a:rPr b="0" i="0" lang="en-US" sz="2800" u="none" cap="none" strike="noStrike">
                <a:solidFill>
                  <a:srgbClr val="B4B4B6"/>
                </a:solidFill>
                <a:latin typeface="Century Schoolbook"/>
                <a:ea typeface="Century Schoolbook"/>
                <a:cs typeface="Century Schoolbook"/>
                <a:sym typeface="Century Schoolbook"/>
              </a:rPr>
              <a:t> Dr.</a:t>
            </a:r>
            <a:r>
              <a:rPr lang="en-US" sz="2800">
                <a:solidFill>
                  <a:srgbClr val="B4B4B6"/>
                </a:solidFill>
                <a:latin typeface="Century Schoolbook"/>
                <a:ea typeface="Century Schoolbook"/>
                <a:cs typeface="Century Schoolbook"/>
                <a:sym typeface="Century Schoolbook"/>
              </a:rPr>
              <a:t> Hafeez Anwar</a:t>
            </a:r>
            <a:r>
              <a:rPr b="0" i="0" lang="en-US" sz="2800" u="none" cap="none" strike="noStrike">
                <a:solidFill>
                  <a:srgbClr val="B4B4B6"/>
                </a:solidFill>
                <a:latin typeface="Century Schoolbook"/>
                <a:ea typeface="Century Schoolbook"/>
                <a:cs typeface="Century Schoolbook"/>
                <a:sym typeface="Century Schoolbook"/>
              </a:rPr>
              <a:t> </a:t>
            </a:r>
            <a:endParaRPr b="0" i="0" sz="2800" u="none" cap="none" strike="noStrike">
              <a:solidFill>
                <a:srgbClr val="B4B4B6"/>
              </a:solidFill>
              <a:latin typeface="Century Schoolbook"/>
              <a:ea typeface="Century Schoolbook"/>
              <a:cs typeface="Century Schoolbook"/>
              <a:sym typeface="Century Schoolbook"/>
            </a:endParaRPr>
          </a:p>
        </p:txBody>
      </p:sp>
      <p:pic>
        <p:nvPicPr>
          <p:cNvPr descr="National University of Computer and Emerging Sciences - Wikipedia" id="109" name="Google Shape;109;p15"/>
          <p:cNvPicPr preferRelativeResize="0"/>
          <p:nvPr/>
        </p:nvPicPr>
        <p:blipFill rotWithShape="1">
          <a:blip r:embed="rId3">
            <a:alphaModFix/>
          </a:blip>
          <a:srcRect b="0" l="0" r="0" t="0"/>
          <a:stretch/>
        </p:blipFill>
        <p:spPr>
          <a:xfrm>
            <a:off x="10269514" y="255554"/>
            <a:ext cx="1472478" cy="1472478"/>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16"/>
          <p:cNvSpPr txBox="1"/>
          <p:nvPr>
            <p:ph type="title"/>
          </p:nvPr>
        </p:nvSpPr>
        <p:spPr>
          <a:xfrm>
            <a:off x="1261872" y="365760"/>
            <a:ext cx="9692640" cy="1325562"/>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entury Schoolbook"/>
              <a:buNone/>
            </a:pPr>
            <a:r>
              <a:rPr lang="en-US" u="sng"/>
              <a:t>Introduction</a:t>
            </a:r>
            <a:endParaRPr u="sng"/>
          </a:p>
        </p:txBody>
      </p:sp>
      <p:sp>
        <p:nvSpPr>
          <p:cNvPr id="115" name="Google Shape;115;p16"/>
          <p:cNvSpPr txBox="1"/>
          <p:nvPr>
            <p:ph idx="1" type="body"/>
          </p:nvPr>
        </p:nvSpPr>
        <p:spPr>
          <a:xfrm>
            <a:off x="1402775" y="1887700"/>
            <a:ext cx="8434500" cy="48783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600"/>
              </a:spcBef>
              <a:spcAft>
                <a:spcPts val="0"/>
              </a:spcAft>
              <a:buNone/>
            </a:pPr>
            <a:r>
              <a:rPr lang="en-US" sz="2300"/>
              <a:t>An </a:t>
            </a:r>
            <a:r>
              <a:rPr b="1" lang="en-US" sz="2300"/>
              <a:t>AI-powered theft detection system</a:t>
            </a:r>
            <a:r>
              <a:rPr lang="en-US" sz="2300"/>
              <a:t> analyzes CCTV footage to identify suspicious activities in real time, ensuring quick alerts and enhanced mall security through intelligent automation.</a:t>
            </a:r>
            <a:endParaRPr b="1" sz="2300"/>
          </a:p>
          <a:p>
            <a:pPr indent="0" lvl="0" marL="0" rtl="0" algn="l">
              <a:lnSpc>
                <a:spcPct val="115000"/>
              </a:lnSpc>
              <a:spcBef>
                <a:spcPts val="1400"/>
              </a:spcBef>
              <a:spcAft>
                <a:spcPts val="0"/>
              </a:spcAft>
              <a:buNone/>
            </a:pPr>
            <a:r>
              <a:rPr b="1" lang="en-US" sz="2300"/>
              <a:t>Why AI for Theft Detection?</a:t>
            </a:r>
            <a:endParaRPr b="1" sz="2300"/>
          </a:p>
          <a:p>
            <a:pPr indent="-374650" lvl="0" marL="457200" rtl="0" algn="l">
              <a:lnSpc>
                <a:spcPct val="115000"/>
              </a:lnSpc>
              <a:spcBef>
                <a:spcPts val="1200"/>
              </a:spcBef>
              <a:spcAft>
                <a:spcPts val="0"/>
              </a:spcAft>
              <a:buClr>
                <a:schemeClr val="dk1"/>
              </a:buClr>
              <a:buSzPts val="2300"/>
              <a:buChar char="●"/>
            </a:pPr>
            <a:r>
              <a:rPr b="1" lang="en-US" sz="2300"/>
              <a:t>Efficient Video Processing</a:t>
            </a:r>
            <a:r>
              <a:rPr lang="en-US" sz="2300"/>
              <a:t> – Handles multiple CCTV feeds simultaneously.</a:t>
            </a:r>
            <a:endParaRPr sz="2300"/>
          </a:p>
          <a:p>
            <a:pPr indent="-374650" lvl="0" marL="457200" rtl="0" algn="l">
              <a:lnSpc>
                <a:spcPct val="115000"/>
              </a:lnSpc>
              <a:spcBef>
                <a:spcPts val="0"/>
              </a:spcBef>
              <a:spcAft>
                <a:spcPts val="0"/>
              </a:spcAft>
              <a:buClr>
                <a:schemeClr val="dk1"/>
              </a:buClr>
              <a:buSzPts val="2300"/>
              <a:buChar char="●"/>
            </a:pPr>
            <a:r>
              <a:rPr b="1" lang="en-US" sz="2300"/>
              <a:t>Real-Time Action Recognition</a:t>
            </a:r>
            <a:r>
              <a:rPr lang="en-US" sz="2300"/>
              <a:t> – Detects theft-related behaviors instantly.</a:t>
            </a:r>
            <a:endParaRPr sz="2300"/>
          </a:p>
          <a:p>
            <a:pPr indent="-374650" lvl="0" marL="457200" rtl="0" algn="l">
              <a:lnSpc>
                <a:spcPct val="115000"/>
              </a:lnSpc>
              <a:spcBef>
                <a:spcPts val="0"/>
              </a:spcBef>
              <a:spcAft>
                <a:spcPts val="0"/>
              </a:spcAft>
              <a:buClr>
                <a:schemeClr val="dk1"/>
              </a:buClr>
              <a:buSzPts val="2300"/>
              <a:buChar char="●"/>
            </a:pPr>
            <a:r>
              <a:rPr b="1" lang="en-US" sz="2300"/>
              <a:t>Faster, Accurate Alerts</a:t>
            </a:r>
            <a:r>
              <a:rPr lang="en-US" sz="2300"/>
              <a:t> – Reduces human error and improves response time.</a:t>
            </a:r>
            <a:endParaRPr sz="2300"/>
          </a:p>
          <a:p>
            <a:pPr indent="-217169" lvl="0" marL="182880" rtl="0" algn="l">
              <a:lnSpc>
                <a:spcPct val="95000"/>
              </a:lnSpc>
              <a:spcBef>
                <a:spcPts val="1600"/>
              </a:spcBef>
              <a:spcAft>
                <a:spcPts val="0"/>
              </a:spcAft>
              <a:buSzPts val="2300"/>
              <a:buFont typeface="Century Schoolbook"/>
              <a:buChar char="⮚"/>
            </a:pPr>
            <a:r>
              <a:t/>
            </a:r>
            <a:endParaRPr b="1" sz="2300"/>
          </a:p>
        </p:txBody>
      </p:sp>
      <p:pic>
        <p:nvPicPr>
          <p:cNvPr descr="National University of Computer and Emerging Sciences - Wikipedia" id="116" name="Google Shape;116;p16"/>
          <p:cNvPicPr preferRelativeResize="0"/>
          <p:nvPr/>
        </p:nvPicPr>
        <p:blipFill rotWithShape="1">
          <a:blip r:embed="rId3">
            <a:alphaModFix/>
          </a:blip>
          <a:srcRect b="0" l="0" r="0" t="0"/>
          <a:stretch/>
        </p:blipFill>
        <p:spPr>
          <a:xfrm>
            <a:off x="9457650" y="287583"/>
            <a:ext cx="1472478" cy="1472478"/>
          </a:xfrm>
          <a:prstGeom prst="rect">
            <a:avLst/>
          </a:prstGeom>
          <a:noFill/>
          <a:ln>
            <a:noFill/>
          </a:ln>
        </p:spPr>
      </p:pic>
      <p:sp>
        <p:nvSpPr>
          <p:cNvPr id="117" name="Google Shape;117;p16"/>
          <p:cNvSpPr txBox="1"/>
          <p:nvPr>
            <p:ph idx="12" type="sldNum"/>
          </p:nvPr>
        </p:nvSpPr>
        <p:spPr>
          <a:xfrm>
            <a:off x="11292840" y="6172200"/>
            <a:ext cx="914400" cy="593725"/>
          </a:xfrm>
          <a:prstGeom prst="rect">
            <a:avLst/>
          </a:prstGeom>
          <a:noFill/>
          <a:ln>
            <a:noFill/>
          </a:ln>
        </p:spPr>
        <p:txBody>
          <a:bodyPr anchorCtr="0" anchor="ctr" bIns="45700" lIns="45700" spcFirstLastPara="1" rIns="45700" wrap="square" tIns="45700">
            <a:normAutofit lnSpcReduction="10000"/>
          </a:body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17"/>
          <p:cNvSpPr txBox="1"/>
          <p:nvPr>
            <p:ph type="title"/>
          </p:nvPr>
        </p:nvSpPr>
        <p:spPr>
          <a:xfrm>
            <a:off x="1261872" y="365760"/>
            <a:ext cx="9692640" cy="1325562"/>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entury Schoolbook"/>
              <a:buNone/>
            </a:pPr>
            <a:r>
              <a:rPr lang="en-US"/>
              <a:t>Problem Statement</a:t>
            </a:r>
            <a:endParaRPr/>
          </a:p>
        </p:txBody>
      </p:sp>
      <p:sp>
        <p:nvSpPr>
          <p:cNvPr id="123" name="Google Shape;123;p17"/>
          <p:cNvSpPr txBox="1"/>
          <p:nvPr>
            <p:ph idx="12" type="sldNum"/>
          </p:nvPr>
        </p:nvSpPr>
        <p:spPr>
          <a:xfrm>
            <a:off x="11292840" y="6172200"/>
            <a:ext cx="914400" cy="593725"/>
          </a:xfrm>
          <a:prstGeom prst="rect">
            <a:avLst/>
          </a:prstGeom>
          <a:noFill/>
          <a:ln>
            <a:noFill/>
          </a:ln>
        </p:spPr>
        <p:txBody>
          <a:bodyPr anchorCtr="0" anchor="ctr" bIns="45700" lIns="45700" spcFirstLastPara="1" rIns="45700" wrap="square" tIns="45700">
            <a:normAutofit lnSpcReduction="10000"/>
          </a:bodyPr>
          <a:lstStyle/>
          <a:p>
            <a:pPr indent="0" lvl="0" marL="0" rtl="0" algn="ctr">
              <a:spcBef>
                <a:spcPts val="0"/>
              </a:spcBef>
              <a:spcAft>
                <a:spcPts val="0"/>
              </a:spcAft>
              <a:buNone/>
            </a:pPr>
            <a:fld id="{00000000-1234-1234-1234-123412341234}" type="slidenum">
              <a:rPr lang="en-US"/>
              <a:t>‹#›</a:t>
            </a:fld>
            <a:endParaRPr/>
          </a:p>
        </p:txBody>
      </p:sp>
      <p:pic>
        <p:nvPicPr>
          <p:cNvPr descr="National University of Computer and Emerging Sciences - Wikipedia" id="124" name="Google Shape;124;p17"/>
          <p:cNvPicPr preferRelativeResize="0"/>
          <p:nvPr/>
        </p:nvPicPr>
        <p:blipFill rotWithShape="1">
          <a:blip r:embed="rId3">
            <a:alphaModFix/>
          </a:blip>
          <a:srcRect b="0" l="0" r="0" t="0"/>
          <a:stretch/>
        </p:blipFill>
        <p:spPr>
          <a:xfrm>
            <a:off x="9457650" y="287583"/>
            <a:ext cx="1472478" cy="1472478"/>
          </a:xfrm>
          <a:prstGeom prst="rect">
            <a:avLst/>
          </a:prstGeom>
          <a:noFill/>
          <a:ln>
            <a:noFill/>
          </a:ln>
        </p:spPr>
      </p:pic>
      <p:sp>
        <p:nvSpPr>
          <p:cNvPr id="125" name="Google Shape;125;p17"/>
          <p:cNvSpPr txBox="1"/>
          <p:nvPr/>
        </p:nvSpPr>
        <p:spPr>
          <a:xfrm>
            <a:off x="1091050" y="2209000"/>
            <a:ext cx="9296700" cy="2216400"/>
          </a:xfrm>
          <a:prstGeom prst="rect">
            <a:avLst/>
          </a:prstGeom>
          <a:noFill/>
          <a:ln>
            <a:noFill/>
          </a:ln>
        </p:spPr>
        <p:txBody>
          <a:bodyPr anchorCtr="0" anchor="t" bIns="45700" lIns="91425" spcFirstLastPara="1" rIns="91425" wrap="square" tIns="45700">
            <a:spAutoFit/>
          </a:bodyPr>
          <a:lstStyle/>
          <a:p>
            <a:pPr indent="-190500" lvl="0" marL="342900" marR="0" rtl="0" algn="l">
              <a:spcBef>
                <a:spcPts val="0"/>
              </a:spcBef>
              <a:spcAft>
                <a:spcPts val="0"/>
              </a:spcAft>
              <a:buClr>
                <a:schemeClr val="dk1"/>
              </a:buClr>
              <a:buSzPts val="2400"/>
              <a:buFont typeface="Noto Sans Symbols"/>
              <a:buNone/>
            </a:pPr>
            <a:r>
              <a:rPr lang="en-US" sz="2300">
                <a:latin typeface="Century Schoolbook"/>
                <a:ea typeface="Century Schoolbook"/>
                <a:cs typeface="Century Schoolbook"/>
                <a:sym typeface="Century Schoolbook"/>
              </a:rPr>
              <a:t>  Current shoplifting detection systems often fail in Shopping malls due to small datasets, occlusion, and crowded scenes. They also struggle to detect multiple thefts under one camera, leading to missed or inaccurate alerts. Therefore, a reliable deep learning-based system is needed to detect multiple thefts accurately in real time, even in complex mall environments.</a:t>
            </a:r>
            <a:endParaRPr sz="2300">
              <a:latin typeface="Century Schoolbook"/>
              <a:ea typeface="Century Schoolbook"/>
              <a:cs typeface="Century Schoolbook"/>
              <a:sym typeface="Century Schoolbook"/>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18"/>
          <p:cNvSpPr txBox="1"/>
          <p:nvPr>
            <p:ph type="title"/>
          </p:nvPr>
        </p:nvSpPr>
        <p:spPr>
          <a:xfrm>
            <a:off x="1261875" y="365753"/>
            <a:ext cx="9692700" cy="96780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entury Schoolbook"/>
              <a:buNone/>
            </a:pPr>
            <a:r>
              <a:rPr lang="en-US" sz="4200"/>
              <a:t>Primary Objective</a:t>
            </a:r>
            <a:endParaRPr sz="4200"/>
          </a:p>
        </p:txBody>
      </p:sp>
      <p:sp>
        <p:nvSpPr>
          <p:cNvPr id="131" name="Google Shape;131;p18"/>
          <p:cNvSpPr txBox="1"/>
          <p:nvPr>
            <p:ph idx="12" type="sldNum"/>
          </p:nvPr>
        </p:nvSpPr>
        <p:spPr>
          <a:xfrm>
            <a:off x="11292840" y="6172200"/>
            <a:ext cx="914400" cy="593700"/>
          </a:xfrm>
          <a:prstGeom prst="rect">
            <a:avLst/>
          </a:prstGeom>
          <a:noFill/>
          <a:ln>
            <a:noFill/>
          </a:ln>
        </p:spPr>
        <p:txBody>
          <a:bodyPr anchorCtr="0" anchor="ctr" bIns="45700" lIns="45700" spcFirstLastPara="1" rIns="45700" wrap="square" tIns="45700">
            <a:normAutofit lnSpcReduction="10000"/>
          </a:bodyPr>
          <a:lstStyle/>
          <a:p>
            <a:pPr indent="0" lvl="0" marL="0" rtl="0" algn="ctr">
              <a:spcBef>
                <a:spcPts val="0"/>
              </a:spcBef>
              <a:spcAft>
                <a:spcPts val="0"/>
              </a:spcAft>
              <a:buNone/>
            </a:pPr>
            <a:fld id="{00000000-1234-1234-1234-123412341234}" type="slidenum">
              <a:rPr lang="en-US"/>
              <a:t>‹#›</a:t>
            </a:fld>
            <a:endParaRPr/>
          </a:p>
        </p:txBody>
      </p:sp>
      <p:pic>
        <p:nvPicPr>
          <p:cNvPr descr="National University of Computer and Emerging Sciences - Wikipedia" id="132" name="Google Shape;132;p18"/>
          <p:cNvPicPr preferRelativeResize="0"/>
          <p:nvPr/>
        </p:nvPicPr>
        <p:blipFill rotWithShape="1">
          <a:blip r:embed="rId3">
            <a:alphaModFix/>
          </a:blip>
          <a:srcRect b="0" l="0" r="0" t="0"/>
          <a:stretch/>
        </p:blipFill>
        <p:spPr>
          <a:xfrm>
            <a:off x="9457650" y="287583"/>
            <a:ext cx="1472478" cy="1472478"/>
          </a:xfrm>
          <a:prstGeom prst="rect">
            <a:avLst/>
          </a:prstGeom>
          <a:noFill/>
          <a:ln>
            <a:noFill/>
          </a:ln>
        </p:spPr>
      </p:pic>
      <p:sp>
        <p:nvSpPr>
          <p:cNvPr id="133" name="Google Shape;133;p18"/>
          <p:cNvSpPr txBox="1"/>
          <p:nvPr>
            <p:ph idx="1" type="body"/>
          </p:nvPr>
        </p:nvSpPr>
        <p:spPr>
          <a:xfrm>
            <a:off x="1261875" y="1520150"/>
            <a:ext cx="8595300" cy="967800"/>
          </a:xfrm>
          <a:prstGeom prst="rect">
            <a:avLst/>
          </a:prstGeom>
          <a:noFill/>
          <a:ln>
            <a:noFill/>
          </a:ln>
        </p:spPr>
        <p:txBody>
          <a:bodyPr anchorCtr="0" anchor="t" bIns="45700" lIns="91425" spcFirstLastPara="1" rIns="91425" wrap="square" tIns="45700">
            <a:noAutofit/>
          </a:bodyPr>
          <a:lstStyle/>
          <a:p>
            <a:pPr indent="-98298" lvl="0" marL="182880" rtl="0" algn="l">
              <a:lnSpc>
                <a:spcPct val="75000"/>
              </a:lnSpc>
              <a:spcBef>
                <a:spcPts val="1600"/>
              </a:spcBef>
              <a:spcAft>
                <a:spcPts val="0"/>
              </a:spcAft>
              <a:buSzPts val="900"/>
              <a:buNone/>
            </a:pPr>
            <a:r>
              <a:rPr lang="en-US" sz="2125"/>
              <a:t>To design an intelligent deep learning-based system that can accurately detect and recognize multiple shoplifting incidents in real time within shopping malls.</a:t>
            </a:r>
            <a:endParaRPr sz="2125"/>
          </a:p>
        </p:txBody>
      </p:sp>
      <p:sp>
        <p:nvSpPr>
          <p:cNvPr id="134" name="Google Shape;134;p18"/>
          <p:cNvSpPr txBox="1"/>
          <p:nvPr/>
        </p:nvSpPr>
        <p:spPr>
          <a:xfrm>
            <a:off x="1249647" y="2608713"/>
            <a:ext cx="9692700" cy="662700"/>
          </a:xfrm>
          <a:prstGeom prst="rect">
            <a:avLst/>
          </a:prstGeom>
          <a:noFill/>
          <a:ln>
            <a:noFill/>
          </a:ln>
        </p:spPr>
        <p:txBody>
          <a:bodyPr anchorCtr="0" anchor="b" bIns="45700" lIns="91425" spcFirstLastPara="1" rIns="91425" wrap="square" tIns="45700">
            <a:normAutofit/>
          </a:bodyPr>
          <a:lstStyle/>
          <a:p>
            <a:pPr indent="0" lvl="0" marL="0" marR="0" rtl="0" algn="l">
              <a:lnSpc>
                <a:spcPct val="80000"/>
              </a:lnSpc>
              <a:spcBef>
                <a:spcPts val="0"/>
              </a:spcBef>
              <a:spcAft>
                <a:spcPts val="0"/>
              </a:spcAft>
              <a:buClr>
                <a:schemeClr val="dk1"/>
              </a:buClr>
              <a:buSzPts val="4400"/>
              <a:buFont typeface="Century Schoolbook"/>
              <a:buNone/>
            </a:pPr>
            <a:r>
              <a:rPr lang="en-US" sz="4200">
                <a:solidFill>
                  <a:schemeClr val="dk1"/>
                </a:solidFill>
                <a:latin typeface="Century Schoolbook"/>
                <a:ea typeface="Century Schoolbook"/>
                <a:cs typeface="Century Schoolbook"/>
                <a:sym typeface="Century Schoolbook"/>
              </a:rPr>
              <a:t>Specific Objectives</a:t>
            </a:r>
            <a:endParaRPr sz="1200"/>
          </a:p>
        </p:txBody>
      </p:sp>
      <p:sp>
        <p:nvSpPr>
          <p:cNvPr id="135" name="Google Shape;135;p18"/>
          <p:cNvSpPr txBox="1"/>
          <p:nvPr/>
        </p:nvSpPr>
        <p:spPr>
          <a:xfrm>
            <a:off x="1045400" y="3473100"/>
            <a:ext cx="8595300" cy="3384900"/>
          </a:xfrm>
          <a:prstGeom prst="rect">
            <a:avLst/>
          </a:prstGeom>
          <a:noFill/>
          <a:ln>
            <a:noFill/>
          </a:ln>
        </p:spPr>
        <p:txBody>
          <a:bodyPr anchorCtr="0" anchor="t" bIns="45700" lIns="91425" spcFirstLastPara="1" rIns="91425" wrap="square" tIns="45700">
            <a:normAutofit lnSpcReduction="10000"/>
          </a:bodyPr>
          <a:lstStyle/>
          <a:p>
            <a:pPr indent="-355600" lvl="0" marL="457200" rtl="0" algn="l">
              <a:lnSpc>
                <a:spcPct val="95000"/>
              </a:lnSpc>
              <a:spcBef>
                <a:spcPts val="1600"/>
              </a:spcBef>
              <a:spcAft>
                <a:spcPts val="0"/>
              </a:spcAft>
              <a:buClr>
                <a:schemeClr val="dk1"/>
              </a:buClr>
              <a:buSzPts val="2000"/>
              <a:buFont typeface="Century Schoolbook"/>
              <a:buChar char="●"/>
            </a:pPr>
            <a:r>
              <a:rPr lang="en-US" sz="2000">
                <a:solidFill>
                  <a:schemeClr val="dk1"/>
                </a:solidFill>
                <a:latin typeface="Century Schoolbook"/>
                <a:ea typeface="Century Schoolbook"/>
                <a:cs typeface="Century Schoolbook"/>
                <a:sym typeface="Century Schoolbook"/>
              </a:rPr>
              <a:t>To create an intelligent model that identifies hiding products in pockets(for shalwar and kameez) activities in mall surveillance videos.</a:t>
            </a:r>
            <a:br>
              <a:rPr lang="en-US" sz="2000">
                <a:solidFill>
                  <a:schemeClr val="dk1"/>
                </a:solidFill>
                <a:latin typeface="Century Schoolbook"/>
                <a:ea typeface="Century Schoolbook"/>
                <a:cs typeface="Century Schoolbook"/>
                <a:sym typeface="Century Schoolbook"/>
              </a:rPr>
            </a:br>
            <a:endParaRPr sz="2000">
              <a:solidFill>
                <a:schemeClr val="dk1"/>
              </a:solidFill>
              <a:latin typeface="Century Schoolbook"/>
              <a:ea typeface="Century Schoolbook"/>
              <a:cs typeface="Century Schoolbook"/>
              <a:sym typeface="Century Schoolbook"/>
            </a:endParaRPr>
          </a:p>
          <a:p>
            <a:pPr indent="-355600" lvl="0" marL="457200" rtl="0" algn="l">
              <a:lnSpc>
                <a:spcPct val="95000"/>
              </a:lnSpc>
              <a:spcBef>
                <a:spcPts val="0"/>
              </a:spcBef>
              <a:spcAft>
                <a:spcPts val="0"/>
              </a:spcAft>
              <a:buClr>
                <a:schemeClr val="dk1"/>
              </a:buClr>
              <a:buSzPts val="2000"/>
              <a:buFont typeface="Century Schoolbook"/>
              <a:buChar char="●"/>
            </a:pPr>
            <a:r>
              <a:rPr lang="en-US" sz="2000">
                <a:solidFill>
                  <a:schemeClr val="dk1"/>
                </a:solidFill>
                <a:latin typeface="Century Schoolbook"/>
                <a:ea typeface="Century Schoolbook"/>
                <a:cs typeface="Century Schoolbook"/>
                <a:sym typeface="Century Schoolbook"/>
              </a:rPr>
              <a:t>To ensure reliable detection even in crowded areas with occlusion and clutter.</a:t>
            </a:r>
            <a:br>
              <a:rPr lang="en-US" sz="2000">
                <a:solidFill>
                  <a:schemeClr val="dk1"/>
                </a:solidFill>
                <a:latin typeface="Century Schoolbook"/>
                <a:ea typeface="Century Schoolbook"/>
                <a:cs typeface="Century Schoolbook"/>
                <a:sym typeface="Century Schoolbook"/>
              </a:rPr>
            </a:br>
            <a:endParaRPr sz="2000">
              <a:solidFill>
                <a:schemeClr val="dk1"/>
              </a:solidFill>
              <a:latin typeface="Century Schoolbook"/>
              <a:ea typeface="Century Schoolbook"/>
              <a:cs typeface="Century Schoolbook"/>
              <a:sym typeface="Century Schoolbook"/>
            </a:endParaRPr>
          </a:p>
          <a:p>
            <a:pPr indent="-355600" lvl="0" marL="457200" rtl="0" algn="l">
              <a:lnSpc>
                <a:spcPct val="95000"/>
              </a:lnSpc>
              <a:spcBef>
                <a:spcPts val="0"/>
              </a:spcBef>
              <a:spcAft>
                <a:spcPts val="0"/>
              </a:spcAft>
              <a:buClr>
                <a:schemeClr val="dk1"/>
              </a:buClr>
              <a:buSzPts val="2000"/>
              <a:buFont typeface="Century Schoolbook"/>
              <a:buChar char="●"/>
            </a:pPr>
            <a:r>
              <a:rPr lang="en-US" sz="2000">
                <a:solidFill>
                  <a:schemeClr val="dk1"/>
                </a:solidFill>
                <a:latin typeface="Century Schoolbook"/>
                <a:ea typeface="Century Schoolbook"/>
                <a:cs typeface="Century Schoolbook"/>
                <a:sym typeface="Century Schoolbook"/>
              </a:rPr>
              <a:t>To improve accuracy and performance using a large, diverse shopping mall dataset.</a:t>
            </a:r>
            <a:br>
              <a:rPr lang="en-US" sz="2000">
                <a:solidFill>
                  <a:schemeClr val="dk1"/>
                </a:solidFill>
                <a:latin typeface="Century Schoolbook"/>
                <a:ea typeface="Century Schoolbook"/>
                <a:cs typeface="Century Schoolbook"/>
                <a:sym typeface="Century Schoolbook"/>
              </a:rPr>
            </a:br>
            <a:endParaRPr sz="2000">
              <a:solidFill>
                <a:schemeClr val="dk1"/>
              </a:solidFill>
              <a:latin typeface="Century Schoolbook"/>
              <a:ea typeface="Century Schoolbook"/>
              <a:cs typeface="Century Schoolbook"/>
              <a:sym typeface="Century Schoolbook"/>
            </a:endParaRPr>
          </a:p>
          <a:p>
            <a:pPr indent="-355600" lvl="0" marL="457200" rtl="0" algn="l">
              <a:lnSpc>
                <a:spcPct val="95000"/>
              </a:lnSpc>
              <a:spcBef>
                <a:spcPts val="0"/>
              </a:spcBef>
              <a:spcAft>
                <a:spcPts val="0"/>
              </a:spcAft>
              <a:buClr>
                <a:schemeClr val="dk1"/>
              </a:buClr>
              <a:buSzPts val="2000"/>
              <a:buFont typeface="Century Schoolbook"/>
              <a:buChar char="●"/>
            </a:pPr>
            <a:r>
              <a:rPr lang="en-US" sz="2000">
                <a:solidFill>
                  <a:schemeClr val="dk1"/>
                </a:solidFill>
                <a:latin typeface="Century Schoolbook"/>
                <a:ea typeface="Century Schoolbook"/>
                <a:cs typeface="Century Schoolbook"/>
                <a:sym typeface="Century Schoolbook"/>
              </a:rPr>
              <a:t>To generate instant alerts for multiple thefts occurring under a single camera in real time.</a:t>
            </a:r>
            <a:endParaRPr sz="2000">
              <a:solidFill>
                <a:schemeClr val="dk1"/>
              </a:solidFill>
              <a:latin typeface="Century Schoolbook"/>
              <a:ea typeface="Century Schoolbook"/>
              <a:cs typeface="Century Schoolbook"/>
              <a:sym typeface="Century Schoolbook"/>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19"/>
          <p:cNvSpPr txBox="1"/>
          <p:nvPr>
            <p:ph type="title"/>
          </p:nvPr>
        </p:nvSpPr>
        <p:spPr>
          <a:xfrm>
            <a:off x="378075" y="0"/>
            <a:ext cx="5321700" cy="90480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entury Schoolbook"/>
              <a:buNone/>
            </a:pPr>
            <a:r>
              <a:rPr lang="en-US"/>
              <a:t>Literature Review</a:t>
            </a:r>
            <a:endParaRPr/>
          </a:p>
        </p:txBody>
      </p:sp>
      <p:sp>
        <p:nvSpPr>
          <p:cNvPr id="141" name="Google Shape;141;p19"/>
          <p:cNvSpPr txBox="1"/>
          <p:nvPr>
            <p:ph idx="12" type="sldNum"/>
          </p:nvPr>
        </p:nvSpPr>
        <p:spPr>
          <a:xfrm>
            <a:off x="11292840" y="6172200"/>
            <a:ext cx="914400" cy="593725"/>
          </a:xfrm>
          <a:prstGeom prst="rect">
            <a:avLst/>
          </a:prstGeom>
          <a:noFill/>
          <a:ln>
            <a:noFill/>
          </a:ln>
        </p:spPr>
        <p:txBody>
          <a:bodyPr anchorCtr="0" anchor="ctr" bIns="45700" lIns="45700" spcFirstLastPara="1" rIns="45700" wrap="square" tIns="45700">
            <a:normAutofit lnSpcReduction="10000"/>
          </a:bodyPr>
          <a:lstStyle/>
          <a:p>
            <a:pPr indent="0" lvl="0" marL="0" rtl="0" algn="ctr">
              <a:spcBef>
                <a:spcPts val="0"/>
              </a:spcBef>
              <a:spcAft>
                <a:spcPts val="0"/>
              </a:spcAft>
              <a:buNone/>
            </a:pPr>
            <a:fld id="{00000000-1234-1234-1234-123412341234}" type="slidenum">
              <a:rPr lang="en-US"/>
              <a:t>‹#›</a:t>
            </a:fld>
            <a:endParaRPr/>
          </a:p>
        </p:txBody>
      </p:sp>
      <p:graphicFrame>
        <p:nvGraphicFramePr>
          <p:cNvPr id="142" name="Google Shape;142;p19"/>
          <p:cNvGraphicFramePr/>
          <p:nvPr/>
        </p:nvGraphicFramePr>
        <p:xfrm>
          <a:off x="118293" y="1023863"/>
          <a:ext cx="3000000" cy="3000000"/>
        </p:xfrm>
        <a:graphic>
          <a:graphicData uri="http://schemas.openxmlformats.org/drawingml/2006/table">
            <a:tbl>
              <a:tblPr bandRow="1" firstRow="1">
                <a:noFill/>
                <a:tableStyleId>{4F869F4D-3FA4-4268-B933-FCF326632806}</a:tableStyleId>
              </a:tblPr>
              <a:tblGrid>
                <a:gridCol w="625350"/>
                <a:gridCol w="793450"/>
                <a:gridCol w="712575"/>
                <a:gridCol w="1408350"/>
                <a:gridCol w="1264075"/>
                <a:gridCol w="1697375"/>
                <a:gridCol w="1190475"/>
                <a:gridCol w="1603175"/>
                <a:gridCol w="1603175"/>
              </a:tblGrid>
              <a:tr h="494100">
                <a:tc>
                  <a:txBody>
                    <a:bodyPr/>
                    <a:lstStyle/>
                    <a:p>
                      <a:pPr indent="0" lvl="0" marL="0" marR="0" rtl="0" algn="ctr">
                        <a:lnSpc>
                          <a:spcPct val="100000"/>
                        </a:lnSpc>
                        <a:spcBef>
                          <a:spcPts val="0"/>
                        </a:spcBef>
                        <a:spcAft>
                          <a:spcPts val="0"/>
                        </a:spcAft>
                        <a:buClr>
                          <a:srgbClr val="000000"/>
                        </a:buClr>
                        <a:buSzPts val="1200"/>
                        <a:buFont typeface="Arial"/>
                        <a:buNone/>
                      </a:pPr>
                      <a:r>
                        <a:rPr lang="en-US" sz="1200" cap="none" strike="noStrike">
                          <a:solidFill>
                            <a:schemeClr val="dk1"/>
                          </a:solidFill>
                          <a:latin typeface="Century Schoolbook"/>
                          <a:ea typeface="Century Schoolbook"/>
                          <a:cs typeface="Century Schoolbook"/>
                          <a:sym typeface="Century Schoolbook"/>
                        </a:rPr>
                        <a:t>No</a:t>
                      </a:r>
                      <a:endParaRPr sz="1200" cap="none" strike="noStrike">
                        <a:solidFill>
                          <a:schemeClr val="dk1"/>
                        </a:solidFill>
                        <a:latin typeface="Century Schoolbook"/>
                        <a:ea typeface="Century Schoolbook"/>
                        <a:cs typeface="Century Schoolbook"/>
                        <a:sym typeface="Century Schoolbook"/>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BFBFBF"/>
                    </a:solidFill>
                  </a:tcPr>
                </a:tc>
                <a:tc>
                  <a:txBody>
                    <a:bodyPr/>
                    <a:lstStyle/>
                    <a:p>
                      <a:pPr indent="0" lvl="0" marL="0" marR="0" rtl="0" algn="l">
                        <a:lnSpc>
                          <a:spcPct val="100000"/>
                        </a:lnSpc>
                        <a:spcBef>
                          <a:spcPts val="0"/>
                        </a:spcBef>
                        <a:spcAft>
                          <a:spcPts val="0"/>
                        </a:spcAft>
                        <a:buClr>
                          <a:srgbClr val="000000"/>
                        </a:buClr>
                        <a:buSzPts val="1200"/>
                        <a:buFont typeface="Arial"/>
                        <a:buNone/>
                      </a:pPr>
                      <a:r>
                        <a:rPr lang="en-US" sz="1200" cap="none" strike="noStrike">
                          <a:solidFill>
                            <a:schemeClr val="dk1"/>
                          </a:solidFill>
                          <a:latin typeface="Century Schoolbook"/>
                          <a:ea typeface="Century Schoolbook"/>
                          <a:cs typeface="Century Schoolbook"/>
                          <a:sym typeface="Century Schoolbook"/>
                        </a:rPr>
                        <a:t>Reference</a:t>
                      </a:r>
                      <a:endParaRPr sz="1200" cap="none" strike="noStrike">
                        <a:solidFill>
                          <a:schemeClr val="dk1"/>
                        </a:solidFill>
                        <a:latin typeface="Century Schoolbook"/>
                        <a:ea typeface="Century Schoolbook"/>
                        <a:cs typeface="Century Schoolbook"/>
                        <a:sym typeface="Century Schoolbook"/>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BFBFBF"/>
                    </a:solidFill>
                  </a:tcPr>
                </a:tc>
                <a:tc>
                  <a:txBody>
                    <a:bodyPr/>
                    <a:lstStyle/>
                    <a:p>
                      <a:pPr indent="0" lvl="0" marL="0" marR="0" rtl="0" algn="ctr">
                        <a:lnSpc>
                          <a:spcPct val="100000"/>
                        </a:lnSpc>
                        <a:spcBef>
                          <a:spcPts val="0"/>
                        </a:spcBef>
                        <a:spcAft>
                          <a:spcPts val="0"/>
                        </a:spcAft>
                        <a:buClr>
                          <a:srgbClr val="000000"/>
                        </a:buClr>
                        <a:buSzPts val="1300"/>
                        <a:buFont typeface="Arial"/>
                        <a:buNone/>
                      </a:pPr>
                      <a:r>
                        <a:rPr lang="en-US" sz="1200" cap="none" strike="noStrike">
                          <a:solidFill>
                            <a:schemeClr val="dk1"/>
                          </a:solidFill>
                          <a:latin typeface="Century Schoolbook"/>
                          <a:ea typeface="Century Schoolbook"/>
                          <a:cs typeface="Century Schoolbook"/>
                          <a:sym typeface="Century Schoolbook"/>
                        </a:rPr>
                        <a:t>Year</a:t>
                      </a:r>
                      <a:endParaRPr sz="1200" cap="none" strike="noStrike">
                        <a:solidFill>
                          <a:schemeClr val="dk1"/>
                        </a:solidFill>
                        <a:latin typeface="Century Schoolbook"/>
                        <a:ea typeface="Century Schoolbook"/>
                        <a:cs typeface="Century Schoolbook"/>
                        <a:sym typeface="Century Schoolbook"/>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BFBFBF"/>
                    </a:solidFill>
                  </a:tcPr>
                </a:tc>
                <a:tc>
                  <a:txBody>
                    <a:bodyPr/>
                    <a:lstStyle/>
                    <a:p>
                      <a:pPr indent="0" lvl="0" marL="0" marR="0" rtl="0" algn="ctr">
                        <a:lnSpc>
                          <a:spcPct val="100000"/>
                        </a:lnSpc>
                        <a:spcBef>
                          <a:spcPts val="0"/>
                        </a:spcBef>
                        <a:spcAft>
                          <a:spcPts val="0"/>
                        </a:spcAft>
                        <a:buClr>
                          <a:srgbClr val="000000"/>
                        </a:buClr>
                        <a:buSzPts val="1300"/>
                        <a:buFont typeface="Arial"/>
                        <a:buNone/>
                      </a:pPr>
                      <a:r>
                        <a:rPr lang="en-US" sz="1200" cap="none" strike="noStrike">
                          <a:solidFill>
                            <a:schemeClr val="dk1"/>
                          </a:solidFill>
                          <a:latin typeface="Century Schoolbook"/>
                          <a:ea typeface="Century Schoolbook"/>
                          <a:cs typeface="Century Schoolbook"/>
                          <a:sym typeface="Century Schoolbook"/>
                        </a:rPr>
                        <a:t>Title</a:t>
                      </a:r>
                      <a:endParaRPr sz="1200" cap="none" strike="noStrike">
                        <a:solidFill>
                          <a:schemeClr val="dk1"/>
                        </a:solidFill>
                        <a:latin typeface="Century Schoolbook"/>
                        <a:ea typeface="Century Schoolbook"/>
                        <a:cs typeface="Century Schoolbook"/>
                        <a:sym typeface="Century Schoolbook"/>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BFBFBF"/>
                    </a:solidFill>
                  </a:tcPr>
                </a:tc>
                <a:tc>
                  <a:txBody>
                    <a:bodyPr/>
                    <a:lstStyle/>
                    <a:p>
                      <a:pPr indent="0" lvl="0" marL="0" marR="0" rtl="0" algn="ctr">
                        <a:lnSpc>
                          <a:spcPct val="100000"/>
                        </a:lnSpc>
                        <a:spcBef>
                          <a:spcPts val="0"/>
                        </a:spcBef>
                        <a:spcAft>
                          <a:spcPts val="0"/>
                        </a:spcAft>
                        <a:buClr>
                          <a:srgbClr val="000000"/>
                        </a:buClr>
                        <a:buSzPts val="1300"/>
                        <a:buFont typeface="Arial"/>
                        <a:buNone/>
                      </a:pPr>
                      <a:r>
                        <a:rPr lang="en-US" sz="1200" cap="none" strike="noStrike">
                          <a:solidFill>
                            <a:schemeClr val="dk1"/>
                          </a:solidFill>
                          <a:latin typeface="Century Schoolbook"/>
                          <a:ea typeface="Century Schoolbook"/>
                          <a:cs typeface="Century Schoolbook"/>
                          <a:sym typeface="Century Schoolbook"/>
                        </a:rPr>
                        <a:t>Objectives</a:t>
                      </a:r>
                      <a:endParaRPr sz="1200" cap="none" strike="noStrike">
                        <a:solidFill>
                          <a:schemeClr val="dk1"/>
                        </a:solidFill>
                        <a:latin typeface="Century Schoolbook"/>
                        <a:ea typeface="Century Schoolbook"/>
                        <a:cs typeface="Century Schoolbook"/>
                        <a:sym typeface="Century Schoolbook"/>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BFBFBF"/>
                    </a:solidFill>
                  </a:tcPr>
                </a:tc>
                <a:tc>
                  <a:txBody>
                    <a:bodyPr/>
                    <a:lstStyle/>
                    <a:p>
                      <a:pPr indent="0" lvl="0" marL="0" marR="0" rtl="0" algn="ctr">
                        <a:lnSpc>
                          <a:spcPct val="100000"/>
                        </a:lnSpc>
                        <a:spcBef>
                          <a:spcPts val="0"/>
                        </a:spcBef>
                        <a:spcAft>
                          <a:spcPts val="0"/>
                        </a:spcAft>
                        <a:buClr>
                          <a:srgbClr val="000000"/>
                        </a:buClr>
                        <a:buSzPts val="1300"/>
                        <a:buFont typeface="Arial"/>
                        <a:buNone/>
                      </a:pPr>
                      <a:r>
                        <a:rPr lang="en-US" sz="1200" cap="none" strike="noStrike">
                          <a:solidFill>
                            <a:schemeClr val="dk1"/>
                          </a:solidFill>
                          <a:latin typeface="Century Schoolbook"/>
                          <a:ea typeface="Century Schoolbook"/>
                          <a:cs typeface="Century Schoolbook"/>
                          <a:sym typeface="Century Schoolbook"/>
                        </a:rPr>
                        <a:t>Methodology</a:t>
                      </a:r>
                      <a:endParaRPr sz="1200" cap="none" strike="noStrike">
                        <a:solidFill>
                          <a:schemeClr val="dk1"/>
                        </a:solidFill>
                        <a:latin typeface="Century Schoolbook"/>
                        <a:ea typeface="Century Schoolbook"/>
                        <a:cs typeface="Century Schoolbook"/>
                        <a:sym typeface="Century Schoolbook"/>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BFBFBF"/>
                    </a:solidFill>
                  </a:tcPr>
                </a:tc>
                <a:tc>
                  <a:txBody>
                    <a:bodyPr/>
                    <a:lstStyle/>
                    <a:p>
                      <a:pPr indent="0" lvl="0" marL="0" marR="0" rtl="0" algn="ctr">
                        <a:lnSpc>
                          <a:spcPct val="100000"/>
                        </a:lnSpc>
                        <a:spcBef>
                          <a:spcPts val="0"/>
                        </a:spcBef>
                        <a:spcAft>
                          <a:spcPts val="0"/>
                        </a:spcAft>
                        <a:buClr>
                          <a:srgbClr val="000000"/>
                        </a:buClr>
                        <a:buSzPts val="1300"/>
                        <a:buFont typeface="Arial"/>
                        <a:buNone/>
                      </a:pPr>
                      <a:r>
                        <a:rPr lang="en-US" sz="1200" cap="none" strike="noStrike">
                          <a:solidFill>
                            <a:schemeClr val="dk1"/>
                          </a:solidFill>
                          <a:latin typeface="Century Schoolbook"/>
                          <a:ea typeface="Century Schoolbook"/>
                          <a:cs typeface="Century Schoolbook"/>
                          <a:sym typeface="Century Schoolbook"/>
                        </a:rPr>
                        <a:t>Results</a:t>
                      </a:r>
                      <a:endParaRPr sz="1200" cap="none" strike="noStrike">
                        <a:solidFill>
                          <a:schemeClr val="dk1"/>
                        </a:solidFill>
                        <a:latin typeface="Century Schoolbook"/>
                        <a:ea typeface="Century Schoolbook"/>
                        <a:cs typeface="Century Schoolbook"/>
                        <a:sym typeface="Century Schoolbook"/>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BFBFBF"/>
                    </a:solidFill>
                  </a:tcPr>
                </a:tc>
                <a:tc>
                  <a:txBody>
                    <a:bodyPr/>
                    <a:lstStyle/>
                    <a:p>
                      <a:pPr indent="0" lvl="0" marL="0" marR="0" rtl="0" algn="ctr">
                        <a:lnSpc>
                          <a:spcPct val="100000"/>
                        </a:lnSpc>
                        <a:spcBef>
                          <a:spcPts val="0"/>
                        </a:spcBef>
                        <a:spcAft>
                          <a:spcPts val="0"/>
                        </a:spcAft>
                        <a:buClr>
                          <a:srgbClr val="000000"/>
                        </a:buClr>
                        <a:buSzPts val="1300"/>
                        <a:buFont typeface="Arial"/>
                        <a:buNone/>
                      </a:pPr>
                      <a:r>
                        <a:rPr lang="en-US" sz="1200" cap="none" strike="noStrike">
                          <a:solidFill>
                            <a:schemeClr val="dk1"/>
                          </a:solidFill>
                          <a:latin typeface="Century Schoolbook"/>
                          <a:ea typeface="Century Schoolbook"/>
                          <a:cs typeface="Century Schoolbook"/>
                          <a:sym typeface="Century Schoolbook"/>
                        </a:rPr>
                        <a:t>Limitations</a:t>
                      </a:r>
                      <a:endParaRPr sz="1200" cap="none" strike="noStrike">
                        <a:solidFill>
                          <a:schemeClr val="dk1"/>
                        </a:solidFill>
                        <a:latin typeface="Century Schoolbook"/>
                        <a:ea typeface="Century Schoolbook"/>
                        <a:cs typeface="Century Schoolbook"/>
                        <a:sym typeface="Century Schoolbook"/>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BFBFBF"/>
                    </a:solidFill>
                  </a:tcPr>
                </a:tc>
                <a:tc>
                  <a:txBody>
                    <a:bodyPr/>
                    <a:lstStyle/>
                    <a:p>
                      <a:pPr indent="0" lvl="0" marL="0" marR="0" rtl="0" algn="ctr">
                        <a:lnSpc>
                          <a:spcPct val="100000"/>
                        </a:lnSpc>
                        <a:spcBef>
                          <a:spcPts val="0"/>
                        </a:spcBef>
                        <a:spcAft>
                          <a:spcPts val="0"/>
                        </a:spcAft>
                        <a:buNone/>
                      </a:pPr>
                      <a:r>
                        <a:rPr b="0" lang="en-US" sz="1200">
                          <a:solidFill>
                            <a:schemeClr val="dk1"/>
                          </a:solidFill>
                          <a:latin typeface="Century Schoolbook"/>
                          <a:ea typeface="Century Schoolbook"/>
                          <a:cs typeface="Century Schoolbook"/>
                          <a:sym typeface="Century Schoolbook"/>
                        </a:rPr>
                        <a:t>Solution</a:t>
                      </a:r>
                      <a:endParaRPr b="0" sz="1200" cap="none" strike="noStrike">
                        <a:solidFill>
                          <a:schemeClr val="dk1"/>
                        </a:solidFill>
                        <a:latin typeface="Century Schoolbook"/>
                        <a:ea typeface="Century Schoolbook"/>
                        <a:cs typeface="Century Schoolbook"/>
                        <a:sym typeface="Century Schoolbook"/>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solidFill>
                      <a:srgbClr val="BFBFBF"/>
                    </a:solidFill>
                  </a:tcPr>
                </a:tc>
              </a:tr>
              <a:tr h="2507800">
                <a:tc>
                  <a:txBody>
                    <a:bodyPr/>
                    <a:lstStyle/>
                    <a:p>
                      <a:pPr indent="0" lvl="0" marL="0" marR="0" rtl="0" algn="l">
                        <a:lnSpc>
                          <a:spcPct val="100000"/>
                        </a:lnSpc>
                        <a:spcBef>
                          <a:spcPts val="0"/>
                        </a:spcBef>
                        <a:spcAft>
                          <a:spcPts val="0"/>
                        </a:spcAft>
                        <a:buClr>
                          <a:srgbClr val="000000"/>
                        </a:buClr>
                        <a:buSzPts val="1200"/>
                        <a:buFont typeface="Arial"/>
                        <a:buNone/>
                      </a:pPr>
                      <a:r>
                        <a:rPr b="1" lang="en-US" sz="1200">
                          <a:solidFill>
                            <a:schemeClr val="dk1"/>
                          </a:solidFill>
                          <a:uFill>
                            <a:noFill/>
                          </a:uFill>
                          <a:latin typeface="Century Schoolbook"/>
                          <a:ea typeface="Century Schoolbook"/>
                          <a:cs typeface="Century Schoolbook"/>
                          <a:sym typeface="Century Schoolbook"/>
                          <a:hlinkClick r:id="rId3">
                            <a:extLst>
                              <a:ext uri="{A12FA001-AC4F-418D-AE19-62706E023703}">
                                <ahyp:hlinkClr val="tx"/>
                              </a:ext>
                            </a:extLst>
                          </a:hlinkClick>
                        </a:rPr>
                        <a:t>1</a:t>
                      </a:r>
                      <a:endParaRPr b="1" sz="1200" cap="none" strike="noStrike">
                        <a:solidFill>
                          <a:schemeClr val="dk1"/>
                        </a:solidFill>
                        <a:latin typeface="Century Schoolbook"/>
                        <a:ea typeface="Century Schoolbook"/>
                        <a:cs typeface="Century Schoolbook"/>
                        <a:sym typeface="Century Schoolbook"/>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BFBFBF"/>
                    </a:solidFill>
                  </a:tcPr>
                </a:tc>
                <a:tc>
                  <a:txBody>
                    <a:bodyPr/>
                    <a:lstStyle/>
                    <a:p>
                      <a:pPr indent="0" lvl="0" marL="0" rtl="0" algn="l">
                        <a:lnSpc>
                          <a:spcPct val="115000"/>
                        </a:lnSpc>
                        <a:spcBef>
                          <a:spcPts val="1200"/>
                        </a:spcBef>
                        <a:spcAft>
                          <a:spcPts val="0"/>
                        </a:spcAft>
                        <a:buClr>
                          <a:schemeClr val="dk1"/>
                        </a:buClr>
                        <a:buSzPts val="1100"/>
                        <a:buFont typeface="Arial"/>
                        <a:buNone/>
                      </a:pPr>
                      <a:r>
                        <a:rPr lang="en-US" sz="1200">
                          <a:solidFill>
                            <a:schemeClr val="dk1"/>
                          </a:solidFill>
                          <a:latin typeface="Century Schoolbook"/>
                          <a:ea typeface="Century Schoolbook"/>
                          <a:cs typeface="Century Schoolbook"/>
                          <a:sym typeface="Century Schoolbook"/>
                        </a:rPr>
                        <a:t>Sajid et al</a:t>
                      </a:r>
                      <a:endParaRPr sz="1200">
                        <a:solidFill>
                          <a:schemeClr val="dk1"/>
                        </a:solidFill>
                        <a:latin typeface="Century Schoolbook"/>
                        <a:ea typeface="Century Schoolbook"/>
                        <a:cs typeface="Century Schoolbook"/>
                        <a:sym typeface="Century Schoolbook"/>
                      </a:endParaRPr>
                    </a:p>
                    <a:p>
                      <a:pPr indent="0" lvl="0" marL="0" marR="0" rtl="0" algn="l">
                        <a:lnSpc>
                          <a:spcPct val="115000"/>
                        </a:lnSpc>
                        <a:spcBef>
                          <a:spcPts val="1200"/>
                        </a:spcBef>
                        <a:spcAft>
                          <a:spcPts val="0"/>
                        </a:spcAft>
                        <a:buClr>
                          <a:srgbClr val="000000"/>
                        </a:buClr>
                        <a:buSzPts val="1100"/>
                        <a:buFont typeface="Arial"/>
                        <a:buNone/>
                      </a:pPr>
                      <a:r>
                        <a:rPr lang="en-US" sz="1200" cap="none" strike="noStrike">
                          <a:solidFill>
                            <a:schemeClr val="dk1"/>
                          </a:solidFill>
                          <a:latin typeface="Century Schoolbook"/>
                          <a:ea typeface="Century Schoolbook"/>
                          <a:cs typeface="Century Schoolbook"/>
                          <a:sym typeface="Century Schoolbook"/>
                        </a:rPr>
                        <a:t>.</a:t>
                      </a:r>
                      <a:endParaRPr sz="1200" cap="none" strike="noStrike">
                        <a:solidFill>
                          <a:schemeClr val="dk1"/>
                        </a:solidFill>
                        <a:latin typeface="Century Schoolbook"/>
                        <a:ea typeface="Century Schoolbook"/>
                        <a:cs typeface="Century Schoolbook"/>
                        <a:sym typeface="Century Schoolbook"/>
                      </a:endParaRPr>
                    </a:p>
                    <a:p>
                      <a:pPr indent="0" lvl="0" marL="0" marR="0" rtl="0" algn="l">
                        <a:lnSpc>
                          <a:spcPct val="100000"/>
                        </a:lnSpc>
                        <a:spcBef>
                          <a:spcPts val="1200"/>
                        </a:spcBef>
                        <a:spcAft>
                          <a:spcPts val="0"/>
                        </a:spcAft>
                        <a:buClr>
                          <a:srgbClr val="000000"/>
                        </a:buClr>
                        <a:buSzPts val="1200"/>
                        <a:buFont typeface="Arial"/>
                        <a:buNone/>
                      </a:pPr>
                      <a:r>
                        <a:t/>
                      </a:r>
                      <a:endParaRPr sz="1200" cap="none" strike="noStrike">
                        <a:solidFill>
                          <a:schemeClr val="dk1"/>
                        </a:solidFill>
                        <a:latin typeface="Century Schoolbook"/>
                        <a:ea typeface="Century Schoolbook"/>
                        <a:cs typeface="Century Schoolbook"/>
                        <a:sym typeface="Century Schoolbook"/>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BFBFBF"/>
                    </a:solidFill>
                  </a:tcPr>
                </a:tc>
                <a:tc>
                  <a:txBody>
                    <a:bodyPr/>
                    <a:lstStyle/>
                    <a:p>
                      <a:pPr indent="0" lvl="0" marL="0" marR="0" rtl="0" algn="l">
                        <a:lnSpc>
                          <a:spcPct val="115000"/>
                        </a:lnSpc>
                        <a:spcBef>
                          <a:spcPts val="0"/>
                        </a:spcBef>
                        <a:spcAft>
                          <a:spcPts val="0"/>
                        </a:spcAft>
                        <a:buClr>
                          <a:srgbClr val="000000"/>
                        </a:buClr>
                        <a:buSzPts val="1100"/>
                        <a:buFont typeface="Arial"/>
                        <a:buNone/>
                      </a:pPr>
                      <a:r>
                        <a:rPr lang="en-US" sz="1200" cap="none" strike="noStrike">
                          <a:solidFill>
                            <a:schemeClr val="dk1"/>
                          </a:solidFill>
                          <a:latin typeface="Century Schoolbook"/>
                          <a:ea typeface="Century Schoolbook"/>
                          <a:cs typeface="Century Schoolbook"/>
                          <a:sym typeface="Century Schoolbook"/>
                        </a:rPr>
                        <a:t>202</a:t>
                      </a:r>
                      <a:r>
                        <a:rPr lang="en-US" sz="1200">
                          <a:solidFill>
                            <a:schemeClr val="dk1"/>
                          </a:solidFill>
                          <a:latin typeface="Century Schoolbook"/>
                          <a:ea typeface="Century Schoolbook"/>
                          <a:cs typeface="Century Schoolbook"/>
                          <a:sym typeface="Century Schoolbook"/>
                        </a:rPr>
                        <a:t>5</a:t>
                      </a:r>
                      <a:endParaRPr sz="1200" cap="none" strike="noStrike">
                        <a:solidFill>
                          <a:schemeClr val="dk1"/>
                        </a:solidFill>
                        <a:latin typeface="Century Schoolbook"/>
                        <a:ea typeface="Century Schoolbook"/>
                        <a:cs typeface="Century Schoolbook"/>
                        <a:sym typeface="Century Schoolbook"/>
                      </a:endParaRPr>
                    </a:p>
                    <a:p>
                      <a:pPr indent="0" lvl="0" marL="0" marR="0" rtl="0" algn="l">
                        <a:lnSpc>
                          <a:spcPct val="100000"/>
                        </a:lnSpc>
                        <a:spcBef>
                          <a:spcPts val="1200"/>
                        </a:spcBef>
                        <a:spcAft>
                          <a:spcPts val="0"/>
                        </a:spcAft>
                        <a:buClr>
                          <a:srgbClr val="000000"/>
                        </a:buClr>
                        <a:buSzPts val="1200"/>
                        <a:buFont typeface="Arial"/>
                        <a:buNone/>
                      </a:pPr>
                      <a:r>
                        <a:t/>
                      </a:r>
                      <a:endParaRPr sz="1200" cap="none" strike="noStrike">
                        <a:solidFill>
                          <a:schemeClr val="dk1"/>
                        </a:solidFill>
                        <a:latin typeface="Century Schoolbook"/>
                        <a:ea typeface="Century Schoolbook"/>
                        <a:cs typeface="Century Schoolbook"/>
                        <a:sym typeface="Century Schoolbook"/>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BFBFBF"/>
                    </a:solidFill>
                  </a:tcPr>
                </a:tc>
                <a:tc>
                  <a:txBody>
                    <a:bodyPr/>
                    <a:lstStyle/>
                    <a:p>
                      <a:pPr indent="0" lvl="0" marL="0" rtl="0" algn="l">
                        <a:lnSpc>
                          <a:spcPct val="115000"/>
                        </a:lnSpc>
                        <a:spcBef>
                          <a:spcPts val="1200"/>
                        </a:spcBef>
                        <a:spcAft>
                          <a:spcPts val="0"/>
                        </a:spcAft>
                        <a:buClr>
                          <a:schemeClr val="dk1"/>
                        </a:buClr>
                        <a:buSzPts val="1100"/>
                        <a:buFont typeface="Arial"/>
                        <a:buNone/>
                      </a:pPr>
                      <a:r>
                        <a:rPr lang="en-US" sz="1200">
                          <a:solidFill>
                            <a:schemeClr val="dk1"/>
                          </a:solidFill>
                          <a:latin typeface="Century Schoolbook"/>
                          <a:ea typeface="Century Schoolbook"/>
                          <a:cs typeface="Century Schoolbook"/>
                          <a:sym typeface="Century Schoolbook"/>
                        </a:rPr>
                        <a:t>A new approach of anomaly detection in shopping center surveillance videos for theft prevention based on RLCNN model</a:t>
                      </a:r>
                      <a:endParaRPr sz="1200">
                        <a:solidFill>
                          <a:schemeClr val="dk1"/>
                        </a:solidFill>
                        <a:latin typeface="Century Schoolbook"/>
                        <a:ea typeface="Century Schoolbook"/>
                        <a:cs typeface="Century Schoolbook"/>
                        <a:sym typeface="Century Schoolbook"/>
                      </a:endParaRPr>
                    </a:p>
                    <a:p>
                      <a:pPr indent="0" lvl="0" marL="0" marR="0" rtl="0" algn="l">
                        <a:lnSpc>
                          <a:spcPct val="100000"/>
                        </a:lnSpc>
                        <a:spcBef>
                          <a:spcPts val="1200"/>
                        </a:spcBef>
                        <a:spcAft>
                          <a:spcPts val="0"/>
                        </a:spcAft>
                        <a:buClr>
                          <a:srgbClr val="000000"/>
                        </a:buClr>
                        <a:buSzPts val="1200"/>
                        <a:buFont typeface="Arial"/>
                        <a:buNone/>
                      </a:pPr>
                      <a:r>
                        <a:t/>
                      </a:r>
                      <a:endParaRPr sz="1200">
                        <a:solidFill>
                          <a:schemeClr val="dk1"/>
                        </a:solidFill>
                        <a:latin typeface="Century Schoolbook"/>
                        <a:ea typeface="Century Schoolbook"/>
                        <a:cs typeface="Century Schoolbook"/>
                        <a:sym typeface="Century Schoolbook"/>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BFBFBF"/>
                    </a:solidFill>
                  </a:tcPr>
                </a:tc>
                <a:tc>
                  <a:txBody>
                    <a:bodyPr/>
                    <a:lstStyle/>
                    <a:p>
                      <a:pPr indent="0" lvl="0" marL="0" marR="0" rtl="0" algn="l">
                        <a:lnSpc>
                          <a:spcPct val="115000"/>
                        </a:lnSpc>
                        <a:spcBef>
                          <a:spcPts val="0"/>
                        </a:spcBef>
                        <a:spcAft>
                          <a:spcPts val="0"/>
                        </a:spcAft>
                        <a:buClr>
                          <a:srgbClr val="000000"/>
                        </a:buClr>
                        <a:buSzPts val="1100"/>
                        <a:buFont typeface="Arial"/>
                        <a:buNone/>
                      </a:pPr>
                      <a:r>
                        <a:rPr lang="en-US" sz="1200">
                          <a:solidFill>
                            <a:schemeClr val="dk1"/>
                          </a:solidFill>
                          <a:latin typeface="Century Schoolbook"/>
                          <a:ea typeface="Century Schoolbook"/>
                          <a:cs typeface="Century Schoolbook"/>
                          <a:sym typeface="Century Schoolbook"/>
                        </a:rPr>
                        <a:t>To detect theft-related behavior in shopping centers using hybrid deep learning approach with high accuracy</a:t>
                      </a:r>
                      <a:endParaRPr sz="1200">
                        <a:solidFill>
                          <a:schemeClr val="dk1"/>
                        </a:solidFill>
                        <a:latin typeface="Century Schoolbook"/>
                        <a:ea typeface="Century Schoolbook"/>
                        <a:cs typeface="Century Schoolbook"/>
                        <a:sym typeface="Century Schoolbook"/>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BFBFBF"/>
                    </a:solidFill>
                  </a:tcPr>
                </a:tc>
                <a:tc>
                  <a:txBody>
                    <a:bodyPr/>
                    <a:lstStyle/>
                    <a:p>
                      <a:pPr indent="0" lvl="0" marL="0" marR="0" rtl="0" algn="l">
                        <a:lnSpc>
                          <a:spcPct val="100000"/>
                        </a:lnSpc>
                        <a:spcBef>
                          <a:spcPts val="1200"/>
                        </a:spcBef>
                        <a:spcAft>
                          <a:spcPts val="0"/>
                        </a:spcAft>
                        <a:buClr>
                          <a:srgbClr val="000000"/>
                        </a:buClr>
                        <a:buSzPts val="1200"/>
                        <a:buFont typeface="Arial"/>
                        <a:buNone/>
                      </a:pPr>
                      <a:r>
                        <a:rPr lang="en-US" sz="1200">
                          <a:solidFill>
                            <a:schemeClr val="dk1"/>
                          </a:solidFill>
                          <a:latin typeface="Century Schoolbook"/>
                          <a:ea typeface="Century Schoolbook"/>
                          <a:cs typeface="Century Schoolbook"/>
                          <a:sym typeface="Century Schoolbook"/>
                        </a:rPr>
                        <a:t>Hybrid RLCNN (RNN+CNN) trained on UCF50, UCF101, UCF-YouTube,.</a:t>
                      </a:r>
                      <a:endParaRPr sz="1200" cap="none" strike="noStrike">
                        <a:solidFill>
                          <a:schemeClr val="dk1"/>
                        </a:solidFill>
                        <a:latin typeface="Century Schoolbook"/>
                        <a:ea typeface="Century Schoolbook"/>
                        <a:cs typeface="Century Schoolbook"/>
                        <a:sym typeface="Century Schoolbook"/>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BFBFBF"/>
                    </a:solidFill>
                  </a:tcPr>
                </a:tc>
                <a:tc>
                  <a:txBody>
                    <a:bodyPr/>
                    <a:lstStyle/>
                    <a:p>
                      <a:pPr indent="0" lvl="0" marL="0" marR="0" rtl="0" algn="l">
                        <a:lnSpc>
                          <a:spcPct val="100000"/>
                        </a:lnSpc>
                        <a:spcBef>
                          <a:spcPts val="1200"/>
                        </a:spcBef>
                        <a:spcAft>
                          <a:spcPts val="0"/>
                        </a:spcAft>
                        <a:buClr>
                          <a:srgbClr val="000000"/>
                        </a:buClr>
                        <a:buSzPts val="1200"/>
                        <a:buFont typeface="Arial"/>
                        <a:buNone/>
                      </a:pPr>
                      <a:r>
                        <a:rPr lang="en-US" sz="1200">
                          <a:solidFill>
                            <a:schemeClr val="dk1"/>
                          </a:solidFill>
                          <a:latin typeface="Century Schoolbook"/>
                          <a:ea typeface="Century Schoolbook"/>
                          <a:cs typeface="Century Schoolbook"/>
                          <a:sym typeface="Century Schoolbook"/>
                        </a:rPr>
                        <a:t>96-97% accuracy; highest performance among compared methods; effective on multiple benchmark datasets</a:t>
                      </a:r>
                      <a:endParaRPr sz="1200" cap="none" strike="noStrike">
                        <a:solidFill>
                          <a:schemeClr val="dk1"/>
                        </a:solidFill>
                        <a:latin typeface="Century Schoolbook"/>
                        <a:ea typeface="Century Schoolbook"/>
                        <a:cs typeface="Century Schoolbook"/>
                        <a:sym typeface="Century Schoolbook"/>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BFBFBF"/>
                    </a:solidFill>
                  </a:tcPr>
                </a:tc>
                <a:tc>
                  <a:txBody>
                    <a:bodyPr/>
                    <a:lstStyle/>
                    <a:p>
                      <a:pPr indent="0" lvl="0" marL="0" rtl="0" algn="l">
                        <a:lnSpc>
                          <a:spcPct val="115000"/>
                        </a:lnSpc>
                        <a:spcBef>
                          <a:spcPts val="1200"/>
                        </a:spcBef>
                        <a:spcAft>
                          <a:spcPts val="1200"/>
                        </a:spcAft>
                        <a:buClr>
                          <a:schemeClr val="dk1"/>
                        </a:buClr>
                        <a:buSzPts val="1100"/>
                        <a:buFont typeface="Arial"/>
                        <a:buNone/>
                      </a:pPr>
                      <a:r>
                        <a:rPr lang="en-US" sz="1200">
                          <a:solidFill>
                            <a:schemeClr val="dk1"/>
                          </a:solidFill>
                          <a:latin typeface="Century Schoolbook"/>
                          <a:ea typeface="Century Schoolbook"/>
                          <a:cs typeface="Century Schoolbook"/>
                          <a:sym typeface="Century Schoolbook"/>
                        </a:rPr>
                        <a:t>Synthetic/benchmark data only, no cultural or attire adaptation, weak multi-person handling, lacks real-world retail diversity</a:t>
                      </a:r>
                      <a:endParaRPr sz="1200">
                        <a:solidFill>
                          <a:schemeClr val="dk1"/>
                        </a:solidFill>
                        <a:latin typeface="Century Schoolbook"/>
                        <a:ea typeface="Century Schoolbook"/>
                        <a:cs typeface="Century Schoolbook"/>
                        <a:sym typeface="Century Schoolbook"/>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BFBFBF"/>
                    </a:solidFill>
                  </a:tcPr>
                </a:tc>
                <a:tc>
                  <a:txBody>
                    <a:bodyPr/>
                    <a:lstStyle/>
                    <a:p>
                      <a:pPr indent="0" lvl="0" marL="0" rtl="0" algn="l">
                        <a:lnSpc>
                          <a:spcPct val="115000"/>
                        </a:lnSpc>
                        <a:spcBef>
                          <a:spcPts val="1200"/>
                        </a:spcBef>
                        <a:spcAft>
                          <a:spcPts val="1200"/>
                        </a:spcAft>
                        <a:buClr>
                          <a:schemeClr val="dk1"/>
                        </a:buClr>
                        <a:buSzPts val="1100"/>
                        <a:buFont typeface="Arial"/>
                        <a:buNone/>
                      </a:pPr>
                      <a:r>
                        <a:rPr lang="en-US" sz="1200">
                          <a:solidFill>
                            <a:schemeClr val="dk1"/>
                          </a:solidFill>
                          <a:latin typeface="Century Schoolbook"/>
                          <a:ea typeface="Century Schoolbook"/>
                          <a:cs typeface="Century Schoolbook"/>
                          <a:sym typeface="Century Schoolbook"/>
                        </a:rPr>
                        <a:t>Collect videos from Pakistani stores with people wearing shalwar kameez and  local shopping behaviors</a:t>
                      </a:r>
                      <a:endParaRPr sz="1200">
                        <a:solidFill>
                          <a:schemeClr val="dk1"/>
                        </a:solidFill>
                        <a:latin typeface="Century Schoolbook"/>
                        <a:ea typeface="Century Schoolbook"/>
                        <a:cs typeface="Century Schoolbook"/>
                        <a:sym typeface="Century Schoolbook"/>
                      </a:endParaRPr>
                    </a:p>
                  </a:txBody>
                  <a:tcPr marT="91425" marB="91425" marR="91425" marL="914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BFBFBF"/>
                    </a:solidFill>
                  </a:tcPr>
                </a:tc>
              </a:tr>
              <a:tr h="2569250">
                <a:tc>
                  <a:txBody>
                    <a:bodyPr/>
                    <a:lstStyle/>
                    <a:p>
                      <a:pPr indent="0" lvl="0" marL="0" marR="0" rtl="0" algn="l">
                        <a:lnSpc>
                          <a:spcPct val="100000"/>
                        </a:lnSpc>
                        <a:spcBef>
                          <a:spcPts val="0"/>
                        </a:spcBef>
                        <a:spcAft>
                          <a:spcPts val="0"/>
                        </a:spcAft>
                        <a:buClr>
                          <a:srgbClr val="000000"/>
                        </a:buClr>
                        <a:buSzPts val="1200"/>
                        <a:buFont typeface="Arial"/>
                        <a:buNone/>
                      </a:pPr>
                      <a:r>
                        <a:rPr b="1" lang="en-US" sz="1200">
                          <a:solidFill>
                            <a:schemeClr val="dk1"/>
                          </a:solidFill>
                          <a:uFill>
                            <a:noFill/>
                          </a:uFill>
                          <a:latin typeface="Century Schoolbook"/>
                          <a:ea typeface="Century Schoolbook"/>
                          <a:cs typeface="Century Schoolbook"/>
                          <a:sym typeface="Century Schoolbook"/>
                          <a:hlinkClick r:id="rId4">
                            <a:extLst>
                              <a:ext uri="{A12FA001-AC4F-418D-AE19-62706E023703}">
                                <ahyp:hlinkClr val="tx"/>
                              </a:ext>
                            </a:extLst>
                          </a:hlinkClick>
                        </a:rPr>
                        <a:t>2</a:t>
                      </a:r>
                      <a:endParaRPr b="1" sz="1200" cap="none" strike="noStrike">
                        <a:solidFill>
                          <a:schemeClr val="dk1"/>
                        </a:solidFill>
                        <a:latin typeface="Century Schoolbook"/>
                        <a:ea typeface="Century Schoolbook"/>
                        <a:cs typeface="Century Schoolbook"/>
                        <a:sym typeface="Century Schoolbook"/>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E6E4DF"/>
                    </a:solidFill>
                  </a:tcPr>
                </a:tc>
                <a:tc>
                  <a:txBody>
                    <a:bodyPr/>
                    <a:lstStyle/>
                    <a:p>
                      <a:pPr indent="0" lvl="0" marL="0" marR="0" rtl="0" algn="l">
                        <a:lnSpc>
                          <a:spcPct val="115000"/>
                        </a:lnSpc>
                        <a:spcBef>
                          <a:spcPts val="0"/>
                        </a:spcBef>
                        <a:spcAft>
                          <a:spcPts val="0"/>
                        </a:spcAft>
                        <a:buClr>
                          <a:srgbClr val="000000"/>
                        </a:buClr>
                        <a:buSzPts val="1100"/>
                        <a:buFont typeface="Arial"/>
                        <a:buNone/>
                      </a:pPr>
                      <a:r>
                        <a:rPr lang="en-US" sz="1200">
                          <a:solidFill>
                            <a:schemeClr val="dk1"/>
                          </a:solidFill>
                          <a:latin typeface="Century Schoolbook"/>
                          <a:ea typeface="Century Schoolbook"/>
                          <a:cs typeface="Century Schoolbook"/>
                          <a:sym typeface="Century Schoolbook"/>
                        </a:rPr>
                        <a:t>Singh et al.</a:t>
                      </a:r>
                      <a:endParaRPr sz="1200" cap="none" strike="noStrike">
                        <a:solidFill>
                          <a:schemeClr val="dk1"/>
                        </a:solidFill>
                        <a:latin typeface="Century Schoolbook"/>
                        <a:ea typeface="Century Schoolbook"/>
                        <a:cs typeface="Century Schoolbook"/>
                        <a:sym typeface="Century Schoolbook"/>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E6E4DF"/>
                    </a:solidFill>
                  </a:tcPr>
                </a:tc>
                <a:tc>
                  <a:txBody>
                    <a:bodyPr/>
                    <a:lstStyle/>
                    <a:p>
                      <a:pPr indent="0" lvl="0" marL="0" rtl="0" algn="l">
                        <a:spcBef>
                          <a:spcPts val="0"/>
                        </a:spcBef>
                        <a:spcAft>
                          <a:spcPts val="0"/>
                        </a:spcAft>
                        <a:buNone/>
                      </a:pPr>
                      <a:r>
                        <a:rPr lang="en-US" sz="1200">
                          <a:solidFill>
                            <a:schemeClr val="dk1"/>
                          </a:solidFill>
                          <a:latin typeface="Century Schoolbook"/>
                          <a:ea typeface="Century Schoolbook"/>
                          <a:cs typeface="Century Schoolbook"/>
                          <a:sym typeface="Century Schoolbook"/>
                        </a:rPr>
                        <a:t>2025</a:t>
                      </a:r>
                      <a:endParaRPr sz="1200">
                        <a:solidFill>
                          <a:schemeClr val="dk1"/>
                        </a:solidFill>
                        <a:latin typeface="Century Schoolbook"/>
                        <a:ea typeface="Century Schoolbook"/>
                        <a:cs typeface="Century Schoolbook"/>
                        <a:sym typeface="Century Schoolbook"/>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E6E4DF"/>
                    </a:solidFill>
                  </a:tcPr>
                </a:tc>
                <a:tc>
                  <a:txBody>
                    <a:bodyPr/>
                    <a:lstStyle/>
                    <a:p>
                      <a:pPr indent="0" lvl="0" marL="0" marR="0" rtl="0" algn="l">
                        <a:lnSpc>
                          <a:spcPct val="115000"/>
                        </a:lnSpc>
                        <a:spcBef>
                          <a:spcPts val="0"/>
                        </a:spcBef>
                        <a:spcAft>
                          <a:spcPts val="0"/>
                        </a:spcAft>
                        <a:buClr>
                          <a:srgbClr val="000000"/>
                        </a:buClr>
                        <a:buSzPts val="1100"/>
                        <a:buFont typeface="Arial"/>
                        <a:buNone/>
                      </a:pPr>
                      <a:r>
                        <a:rPr lang="en-US" sz="1200">
                          <a:solidFill>
                            <a:schemeClr val="dk1"/>
                          </a:solidFill>
                          <a:latin typeface="Century Schoolbook"/>
                          <a:ea typeface="Century Schoolbook"/>
                          <a:cs typeface="Century Schoolbook"/>
                          <a:sym typeface="Century Schoolbook"/>
                        </a:rPr>
                        <a:t>Exploring Pose-Based Anomaly Detection for Retail Security: A Real-World Shoplifting Dataset and Benchmark</a:t>
                      </a:r>
                      <a:endParaRPr sz="1200" cap="none" strike="noStrike">
                        <a:solidFill>
                          <a:schemeClr val="dk1"/>
                        </a:solidFill>
                        <a:latin typeface="Century Schoolbook"/>
                        <a:ea typeface="Century Schoolbook"/>
                        <a:cs typeface="Century Schoolbook"/>
                        <a:sym typeface="Century Schoolbook"/>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E6E4DF"/>
                    </a:solidFill>
                  </a:tcPr>
                </a:tc>
                <a:tc>
                  <a:txBody>
                    <a:bodyPr/>
                    <a:lstStyle/>
                    <a:p>
                      <a:pPr indent="0" lvl="0" marL="0" marR="0" rtl="0" algn="l">
                        <a:lnSpc>
                          <a:spcPct val="115000"/>
                        </a:lnSpc>
                        <a:spcBef>
                          <a:spcPts val="0"/>
                        </a:spcBef>
                        <a:spcAft>
                          <a:spcPts val="0"/>
                        </a:spcAft>
                        <a:buClr>
                          <a:srgbClr val="000000"/>
                        </a:buClr>
                        <a:buSzPts val="1100"/>
                        <a:buFont typeface="Arial"/>
                        <a:buNone/>
                      </a:pPr>
                      <a:r>
                        <a:rPr lang="en-US" sz="1200">
                          <a:solidFill>
                            <a:schemeClr val="dk1"/>
                          </a:solidFill>
                          <a:latin typeface="Century Schoolbook"/>
                          <a:ea typeface="Century Schoolbook"/>
                          <a:cs typeface="Century Schoolbook"/>
                          <a:sym typeface="Century Schoolbook"/>
                        </a:rPr>
                        <a:t>To introduce pose-based anomaly detection with </a:t>
                      </a:r>
                      <a:r>
                        <a:rPr b="1" lang="en-US" sz="1200">
                          <a:solidFill>
                            <a:schemeClr val="dk1"/>
                          </a:solidFill>
                          <a:latin typeface="Century Schoolbook"/>
                          <a:ea typeface="Century Schoolbook"/>
                          <a:cs typeface="Century Schoolbook"/>
                          <a:sym typeface="Century Schoolbook"/>
                        </a:rPr>
                        <a:t>new PoseLift benchmark dataset</a:t>
                      </a:r>
                      <a:r>
                        <a:rPr lang="en-US" sz="1200">
                          <a:solidFill>
                            <a:schemeClr val="dk1"/>
                          </a:solidFill>
                          <a:latin typeface="Century Schoolbook"/>
                          <a:ea typeface="Century Schoolbook"/>
                          <a:cs typeface="Century Schoolbook"/>
                          <a:sym typeface="Century Schoolbook"/>
                        </a:rPr>
                        <a:t> for privacy-preserving shoplifting detection</a:t>
                      </a:r>
                      <a:endParaRPr sz="1200" cap="none" strike="noStrike">
                        <a:solidFill>
                          <a:schemeClr val="dk1"/>
                        </a:solidFill>
                        <a:latin typeface="Century Schoolbook"/>
                        <a:ea typeface="Century Schoolbook"/>
                        <a:cs typeface="Century Schoolbook"/>
                        <a:sym typeface="Century Schoolbook"/>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E6E4DF"/>
                    </a:solidFill>
                  </a:tcPr>
                </a:tc>
                <a:tc>
                  <a:txBody>
                    <a:bodyPr/>
                    <a:lstStyle/>
                    <a:p>
                      <a:pPr indent="0" lvl="0" marL="0" marR="0" rtl="0" algn="l">
                        <a:lnSpc>
                          <a:spcPct val="115000"/>
                        </a:lnSpc>
                        <a:spcBef>
                          <a:spcPts val="0"/>
                        </a:spcBef>
                        <a:spcAft>
                          <a:spcPts val="0"/>
                        </a:spcAft>
                        <a:buClr>
                          <a:srgbClr val="000000"/>
                        </a:buClr>
                        <a:buSzPts val="1100"/>
                        <a:buFont typeface="Arial"/>
                        <a:buNone/>
                      </a:pPr>
                      <a:r>
                        <a:rPr b="1" lang="en-US" sz="1200">
                          <a:solidFill>
                            <a:schemeClr val="dk1"/>
                          </a:solidFill>
                          <a:latin typeface="Century Schoolbook"/>
                          <a:ea typeface="Century Schoolbook"/>
                          <a:cs typeface="Century Schoolbook"/>
                          <a:sym typeface="Century Schoolbook"/>
                        </a:rPr>
                        <a:t>YOLOv5 for real-time person/object detection + activity recognition module for theft behavior classification</a:t>
                      </a:r>
                      <a:endParaRPr sz="1200" cap="none" strike="noStrike">
                        <a:solidFill>
                          <a:schemeClr val="dk1"/>
                        </a:solidFill>
                        <a:latin typeface="Century Schoolbook"/>
                        <a:ea typeface="Century Schoolbook"/>
                        <a:cs typeface="Century Schoolbook"/>
                        <a:sym typeface="Century Schoolbook"/>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E6E4DF"/>
                    </a:solidFill>
                  </a:tcPr>
                </a:tc>
                <a:tc>
                  <a:txBody>
                    <a:bodyPr/>
                    <a:lstStyle/>
                    <a:p>
                      <a:pPr indent="0" lvl="0" marL="0" marR="0" rtl="0" algn="l">
                        <a:lnSpc>
                          <a:spcPct val="115000"/>
                        </a:lnSpc>
                        <a:spcBef>
                          <a:spcPts val="0"/>
                        </a:spcBef>
                        <a:spcAft>
                          <a:spcPts val="0"/>
                        </a:spcAft>
                        <a:buClr>
                          <a:srgbClr val="000000"/>
                        </a:buClr>
                        <a:buSzPts val="1100"/>
                        <a:buFont typeface="Arial"/>
                        <a:buNone/>
                      </a:pPr>
                      <a:r>
                        <a:rPr lang="en-US" sz="1200">
                          <a:solidFill>
                            <a:schemeClr val="dk1"/>
                          </a:solidFill>
                          <a:latin typeface="Century Schoolbook"/>
                          <a:ea typeface="Century Schoolbook"/>
                          <a:cs typeface="Century Schoolbook"/>
                          <a:sym typeface="Century Schoolbook"/>
                        </a:rPr>
                        <a:t>80% accuracy on PoseLift dataset; pose-based approach maintains privacy while detecting anomalies</a:t>
                      </a:r>
                      <a:endParaRPr sz="1200" cap="none" strike="noStrike">
                        <a:solidFill>
                          <a:schemeClr val="dk1"/>
                        </a:solidFill>
                        <a:latin typeface="Century Schoolbook"/>
                        <a:ea typeface="Century Schoolbook"/>
                        <a:cs typeface="Century Schoolbook"/>
                        <a:sym typeface="Century Schoolbook"/>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E6E4DF"/>
                    </a:solidFill>
                  </a:tcPr>
                </a:tc>
                <a:tc>
                  <a:txBody>
                    <a:bodyPr/>
                    <a:lstStyle/>
                    <a:p>
                      <a:pPr indent="0" lvl="0" marL="0" marR="0" rtl="0" algn="l">
                        <a:lnSpc>
                          <a:spcPct val="115000"/>
                        </a:lnSpc>
                        <a:spcBef>
                          <a:spcPts val="0"/>
                        </a:spcBef>
                        <a:spcAft>
                          <a:spcPts val="0"/>
                        </a:spcAft>
                        <a:buClr>
                          <a:srgbClr val="000000"/>
                        </a:buClr>
                        <a:buSzPts val="1100"/>
                        <a:buFont typeface="Arial"/>
                        <a:buNone/>
                      </a:pPr>
                      <a:r>
                        <a:rPr b="1" lang="en-US" sz="1200">
                          <a:solidFill>
                            <a:schemeClr val="dk1"/>
                          </a:solidFill>
                          <a:latin typeface="Century Schoolbook"/>
                          <a:ea typeface="Century Schoolbook"/>
                          <a:cs typeface="Century Schoolbook"/>
                          <a:sym typeface="Century Schoolbook"/>
                        </a:rPr>
                        <a:t>mall dataset with limited scenarios, occlusion issues, single-camera only, limited cultural/demographic diversity in poses and attire</a:t>
                      </a:r>
                      <a:endParaRPr sz="1200" cap="none" strike="noStrike">
                        <a:solidFill>
                          <a:schemeClr val="dk1"/>
                        </a:solidFill>
                        <a:latin typeface="Century Schoolbook"/>
                        <a:ea typeface="Century Schoolbook"/>
                        <a:cs typeface="Century Schoolbook"/>
                        <a:sym typeface="Century Schoolbook"/>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E6E4DF"/>
                    </a:solidFill>
                  </a:tcPr>
                </a:tc>
                <a:tc>
                  <a:txBody>
                    <a:bodyPr/>
                    <a:lstStyle/>
                    <a:p>
                      <a:pPr indent="0" lvl="0" marL="0" marR="0" rtl="0" algn="l">
                        <a:lnSpc>
                          <a:spcPct val="115000"/>
                        </a:lnSpc>
                        <a:spcBef>
                          <a:spcPts val="0"/>
                        </a:spcBef>
                        <a:spcAft>
                          <a:spcPts val="0"/>
                        </a:spcAft>
                        <a:buNone/>
                      </a:pPr>
                      <a:r>
                        <a:rPr lang="en-US" sz="1200">
                          <a:solidFill>
                            <a:schemeClr val="dk1"/>
                          </a:solidFill>
                          <a:latin typeface="Century Schoolbook"/>
                          <a:ea typeface="Century Schoolbook"/>
                          <a:cs typeface="Century Schoolbook"/>
                          <a:sym typeface="Century Schoolbook"/>
                        </a:rPr>
                        <a:t>Collect videos with people wearing different clothing (traditional dress, loose clothing), various body types, and different cultural shopping styles</a:t>
                      </a:r>
                      <a:endParaRPr sz="1200" cap="none" strike="noStrike">
                        <a:solidFill>
                          <a:schemeClr val="dk1"/>
                        </a:solidFill>
                        <a:latin typeface="Century Schoolbook"/>
                        <a:ea typeface="Century Schoolbook"/>
                        <a:cs typeface="Century Schoolbook"/>
                        <a:sym typeface="Century Schoolbook"/>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E6E4DF"/>
                    </a:solidFill>
                  </a:tcPr>
                </a:tc>
              </a:tr>
            </a:tbl>
          </a:graphicData>
        </a:graphic>
      </p:graphicFrame>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20"/>
          <p:cNvSpPr txBox="1"/>
          <p:nvPr>
            <p:ph type="title"/>
          </p:nvPr>
        </p:nvSpPr>
        <p:spPr>
          <a:xfrm>
            <a:off x="737419" y="280220"/>
            <a:ext cx="6061588" cy="838866"/>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entury Schoolbook"/>
              <a:buNone/>
            </a:pPr>
            <a:r>
              <a:rPr lang="en-US"/>
              <a:t>Literature Review</a:t>
            </a:r>
            <a:endParaRPr/>
          </a:p>
        </p:txBody>
      </p:sp>
      <p:sp>
        <p:nvSpPr>
          <p:cNvPr id="148" name="Google Shape;148;p20"/>
          <p:cNvSpPr txBox="1"/>
          <p:nvPr>
            <p:ph idx="12" type="sldNum"/>
          </p:nvPr>
        </p:nvSpPr>
        <p:spPr>
          <a:xfrm>
            <a:off x="11292840" y="6172200"/>
            <a:ext cx="914400" cy="593725"/>
          </a:xfrm>
          <a:prstGeom prst="rect">
            <a:avLst/>
          </a:prstGeom>
          <a:noFill/>
          <a:ln>
            <a:noFill/>
          </a:ln>
        </p:spPr>
        <p:txBody>
          <a:bodyPr anchorCtr="0" anchor="ctr" bIns="45700" lIns="45700" spcFirstLastPara="1" rIns="45700" wrap="square" tIns="45700">
            <a:normAutofit fontScale="92500" lnSpcReduction="10000"/>
          </a:bodyPr>
          <a:lstStyle/>
          <a:p>
            <a:pPr indent="0" lvl="0" marL="0" rtl="0" algn="ctr">
              <a:spcBef>
                <a:spcPts val="0"/>
              </a:spcBef>
              <a:spcAft>
                <a:spcPts val="0"/>
              </a:spcAft>
              <a:buNone/>
            </a:pPr>
            <a:r>
              <a:rPr lang="en-US"/>
              <a:t>*</a:t>
            </a:r>
            <a:endParaRPr/>
          </a:p>
        </p:txBody>
      </p:sp>
      <p:graphicFrame>
        <p:nvGraphicFramePr>
          <p:cNvPr id="149" name="Google Shape;149;p20"/>
          <p:cNvGraphicFramePr/>
          <p:nvPr/>
        </p:nvGraphicFramePr>
        <p:xfrm>
          <a:off x="159568" y="1714988"/>
          <a:ext cx="3000000" cy="3000000"/>
        </p:xfrm>
        <a:graphic>
          <a:graphicData uri="http://schemas.openxmlformats.org/drawingml/2006/table">
            <a:tbl>
              <a:tblPr bandRow="1" firstRow="1">
                <a:noFill/>
                <a:tableStyleId>{4F869F4D-3FA4-4268-B933-FCF326632806}</a:tableStyleId>
              </a:tblPr>
              <a:tblGrid>
                <a:gridCol w="412075"/>
                <a:gridCol w="785150"/>
                <a:gridCol w="574625"/>
                <a:gridCol w="1220625"/>
                <a:gridCol w="1534275"/>
                <a:gridCol w="1875050"/>
                <a:gridCol w="1187025"/>
                <a:gridCol w="1598575"/>
                <a:gridCol w="1598575"/>
              </a:tblGrid>
              <a:tr h="100000">
                <a:tc>
                  <a:txBody>
                    <a:bodyPr/>
                    <a:lstStyle/>
                    <a:p>
                      <a:pPr indent="0" lvl="0" marL="0" marR="0" rtl="0" algn="ctr">
                        <a:lnSpc>
                          <a:spcPct val="100000"/>
                        </a:lnSpc>
                        <a:spcBef>
                          <a:spcPts val="0"/>
                        </a:spcBef>
                        <a:spcAft>
                          <a:spcPts val="0"/>
                        </a:spcAft>
                        <a:buClr>
                          <a:srgbClr val="000000"/>
                        </a:buClr>
                        <a:buSzPts val="1200"/>
                        <a:buFont typeface="Arial"/>
                        <a:buNone/>
                      </a:pPr>
                      <a:r>
                        <a:rPr lang="en-US" sz="1200" u="none" cap="none" strike="noStrike">
                          <a:solidFill>
                            <a:srgbClr val="000000"/>
                          </a:solidFill>
                          <a:latin typeface="Century Schoolbook"/>
                          <a:ea typeface="Century Schoolbook"/>
                          <a:cs typeface="Century Schoolbook"/>
                          <a:sym typeface="Century Schoolbook"/>
                        </a:rPr>
                        <a:t>No</a:t>
                      </a:r>
                      <a:endParaRPr sz="1200" u="none" cap="none" strike="noStrike">
                        <a:latin typeface="Century Schoolbook"/>
                        <a:ea typeface="Century Schoolbook"/>
                        <a:cs typeface="Century Schoolbook"/>
                        <a:sym typeface="Century Schoolbook"/>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8D8D8"/>
                    </a:solidFill>
                  </a:tcPr>
                </a:tc>
                <a:tc>
                  <a:txBody>
                    <a:bodyPr/>
                    <a:lstStyle/>
                    <a:p>
                      <a:pPr indent="0" lvl="0" marL="0" marR="0" rtl="0" algn="l">
                        <a:lnSpc>
                          <a:spcPct val="100000"/>
                        </a:lnSpc>
                        <a:spcBef>
                          <a:spcPts val="0"/>
                        </a:spcBef>
                        <a:spcAft>
                          <a:spcPts val="0"/>
                        </a:spcAft>
                        <a:buClr>
                          <a:srgbClr val="000000"/>
                        </a:buClr>
                        <a:buSzPts val="1200"/>
                        <a:buFont typeface="Arial"/>
                        <a:buNone/>
                      </a:pPr>
                      <a:r>
                        <a:rPr lang="en-US" sz="1200">
                          <a:solidFill>
                            <a:srgbClr val="000000"/>
                          </a:solidFill>
                          <a:latin typeface="Century Schoolbook"/>
                          <a:ea typeface="Century Schoolbook"/>
                          <a:cs typeface="Century Schoolbook"/>
                          <a:sym typeface="Century Schoolbook"/>
                        </a:rPr>
                        <a:t>Author</a:t>
                      </a:r>
                      <a:endParaRPr sz="1200" u="none" cap="none" strike="noStrike">
                        <a:solidFill>
                          <a:srgbClr val="000000"/>
                        </a:solidFill>
                        <a:latin typeface="Century Schoolbook"/>
                        <a:ea typeface="Century Schoolbook"/>
                        <a:cs typeface="Century Schoolbook"/>
                        <a:sym typeface="Century Schoolbook"/>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8D8D8"/>
                    </a:solidFill>
                  </a:tcPr>
                </a:tc>
                <a:tc>
                  <a:txBody>
                    <a:bodyPr/>
                    <a:lstStyle/>
                    <a:p>
                      <a:pPr indent="0" lvl="0" marL="0" marR="0" rtl="0" algn="ctr">
                        <a:lnSpc>
                          <a:spcPct val="100000"/>
                        </a:lnSpc>
                        <a:spcBef>
                          <a:spcPts val="0"/>
                        </a:spcBef>
                        <a:spcAft>
                          <a:spcPts val="0"/>
                        </a:spcAft>
                        <a:buClr>
                          <a:srgbClr val="000000"/>
                        </a:buClr>
                        <a:buSzPts val="1300"/>
                        <a:buFont typeface="Arial"/>
                        <a:buNone/>
                      </a:pPr>
                      <a:r>
                        <a:rPr lang="en-US" sz="1200" u="none" cap="none" strike="noStrike">
                          <a:solidFill>
                            <a:srgbClr val="000000"/>
                          </a:solidFill>
                          <a:latin typeface="Century Schoolbook"/>
                          <a:ea typeface="Century Schoolbook"/>
                          <a:cs typeface="Century Schoolbook"/>
                          <a:sym typeface="Century Schoolbook"/>
                        </a:rPr>
                        <a:t>Year</a:t>
                      </a:r>
                      <a:endParaRPr sz="1200" u="none" cap="none" strike="noStrike">
                        <a:latin typeface="Century Schoolbook"/>
                        <a:ea typeface="Century Schoolbook"/>
                        <a:cs typeface="Century Schoolbook"/>
                        <a:sym typeface="Century Schoolbook"/>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8D8D8"/>
                    </a:solidFill>
                  </a:tcPr>
                </a:tc>
                <a:tc>
                  <a:txBody>
                    <a:bodyPr/>
                    <a:lstStyle/>
                    <a:p>
                      <a:pPr indent="0" lvl="0" marL="0" marR="0" rtl="0" algn="ctr">
                        <a:lnSpc>
                          <a:spcPct val="100000"/>
                        </a:lnSpc>
                        <a:spcBef>
                          <a:spcPts val="0"/>
                        </a:spcBef>
                        <a:spcAft>
                          <a:spcPts val="0"/>
                        </a:spcAft>
                        <a:buClr>
                          <a:srgbClr val="000000"/>
                        </a:buClr>
                        <a:buSzPts val="1300"/>
                        <a:buFont typeface="Arial"/>
                        <a:buNone/>
                      </a:pPr>
                      <a:r>
                        <a:rPr lang="en-US" sz="1200" u="none" cap="none" strike="noStrike">
                          <a:solidFill>
                            <a:srgbClr val="000000"/>
                          </a:solidFill>
                          <a:latin typeface="Century Schoolbook"/>
                          <a:ea typeface="Century Schoolbook"/>
                          <a:cs typeface="Century Schoolbook"/>
                          <a:sym typeface="Century Schoolbook"/>
                        </a:rPr>
                        <a:t>Title</a:t>
                      </a:r>
                      <a:endParaRPr sz="1200" u="none" cap="none" strike="noStrike">
                        <a:latin typeface="Century Schoolbook"/>
                        <a:ea typeface="Century Schoolbook"/>
                        <a:cs typeface="Century Schoolbook"/>
                        <a:sym typeface="Century Schoolbook"/>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8D8D8"/>
                    </a:solidFill>
                  </a:tcPr>
                </a:tc>
                <a:tc>
                  <a:txBody>
                    <a:bodyPr/>
                    <a:lstStyle/>
                    <a:p>
                      <a:pPr indent="0" lvl="0" marL="0" marR="0" rtl="0" algn="ctr">
                        <a:lnSpc>
                          <a:spcPct val="100000"/>
                        </a:lnSpc>
                        <a:spcBef>
                          <a:spcPts val="0"/>
                        </a:spcBef>
                        <a:spcAft>
                          <a:spcPts val="0"/>
                        </a:spcAft>
                        <a:buClr>
                          <a:srgbClr val="000000"/>
                        </a:buClr>
                        <a:buSzPts val="1300"/>
                        <a:buFont typeface="Arial"/>
                        <a:buNone/>
                      </a:pPr>
                      <a:r>
                        <a:rPr lang="en-US" sz="1200" u="none" cap="none" strike="noStrike">
                          <a:solidFill>
                            <a:srgbClr val="000000"/>
                          </a:solidFill>
                          <a:latin typeface="Century Schoolbook"/>
                          <a:ea typeface="Century Schoolbook"/>
                          <a:cs typeface="Century Schoolbook"/>
                          <a:sym typeface="Century Schoolbook"/>
                        </a:rPr>
                        <a:t>Objectives</a:t>
                      </a:r>
                      <a:endParaRPr sz="1200" u="none" cap="none" strike="noStrike">
                        <a:latin typeface="Century Schoolbook"/>
                        <a:ea typeface="Century Schoolbook"/>
                        <a:cs typeface="Century Schoolbook"/>
                        <a:sym typeface="Century Schoolbook"/>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8D8D8"/>
                    </a:solidFill>
                  </a:tcPr>
                </a:tc>
                <a:tc>
                  <a:txBody>
                    <a:bodyPr/>
                    <a:lstStyle/>
                    <a:p>
                      <a:pPr indent="0" lvl="0" marL="0" marR="0" rtl="0" algn="ctr">
                        <a:lnSpc>
                          <a:spcPct val="100000"/>
                        </a:lnSpc>
                        <a:spcBef>
                          <a:spcPts val="0"/>
                        </a:spcBef>
                        <a:spcAft>
                          <a:spcPts val="0"/>
                        </a:spcAft>
                        <a:buClr>
                          <a:srgbClr val="000000"/>
                        </a:buClr>
                        <a:buSzPts val="1300"/>
                        <a:buFont typeface="Arial"/>
                        <a:buNone/>
                      </a:pPr>
                      <a:r>
                        <a:rPr lang="en-US" sz="1200" u="none" cap="none" strike="noStrike">
                          <a:solidFill>
                            <a:srgbClr val="000000"/>
                          </a:solidFill>
                          <a:latin typeface="Century Schoolbook"/>
                          <a:ea typeface="Century Schoolbook"/>
                          <a:cs typeface="Century Schoolbook"/>
                          <a:sym typeface="Century Schoolbook"/>
                        </a:rPr>
                        <a:t>Methodology</a:t>
                      </a:r>
                      <a:endParaRPr sz="1200" u="none" cap="none" strike="noStrike">
                        <a:latin typeface="Century Schoolbook"/>
                        <a:ea typeface="Century Schoolbook"/>
                        <a:cs typeface="Century Schoolbook"/>
                        <a:sym typeface="Century Schoolbook"/>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8D8D8"/>
                    </a:solidFill>
                  </a:tcPr>
                </a:tc>
                <a:tc>
                  <a:txBody>
                    <a:bodyPr/>
                    <a:lstStyle/>
                    <a:p>
                      <a:pPr indent="0" lvl="0" marL="0" marR="0" rtl="0" algn="ctr">
                        <a:lnSpc>
                          <a:spcPct val="100000"/>
                        </a:lnSpc>
                        <a:spcBef>
                          <a:spcPts val="0"/>
                        </a:spcBef>
                        <a:spcAft>
                          <a:spcPts val="0"/>
                        </a:spcAft>
                        <a:buClr>
                          <a:srgbClr val="000000"/>
                        </a:buClr>
                        <a:buSzPts val="1300"/>
                        <a:buFont typeface="Arial"/>
                        <a:buNone/>
                      </a:pPr>
                      <a:r>
                        <a:rPr lang="en-US" sz="1200" u="none" cap="none" strike="noStrike">
                          <a:solidFill>
                            <a:srgbClr val="000000"/>
                          </a:solidFill>
                          <a:latin typeface="Century Schoolbook"/>
                          <a:ea typeface="Century Schoolbook"/>
                          <a:cs typeface="Century Schoolbook"/>
                          <a:sym typeface="Century Schoolbook"/>
                        </a:rPr>
                        <a:t>Results</a:t>
                      </a:r>
                      <a:endParaRPr sz="1200" u="none" cap="none" strike="noStrike">
                        <a:latin typeface="Century Schoolbook"/>
                        <a:ea typeface="Century Schoolbook"/>
                        <a:cs typeface="Century Schoolbook"/>
                        <a:sym typeface="Century Schoolbook"/>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8D8D8"/>
                    </a:solidFill>
                  </a:tcPr>
                </a:tc>
                <a:tc>
                  <a:txBody>
                    <a:bodyPr/>
                    <a:lstStyle/>
                    <a:p>
                      <a:pPr indent="0" lvl="0" marL="0" marR="0" rtl="0" algn="ctr">
                        <a:lnSpc>
                          <a:spcPct val="100000"/>
                        </a:lnSpc>
                        <a:spcBef>
                          <a:spcPts val="0"/>
                        </a:spcBef>
                        <a:spcAft>
                          <a:spcPts val="0"/>
                        </a:spcAft>
                        <a:buClr>
                          <a:srgbClr val="000000"/>
                        </a:buClr>
                        <a:buSzPts val="1300"/>
                        <a:buFont typeface="Arial"/>
                        <a:buNone/>
                      </a:pPr>
                      <a:r>
                        <a:rPr lang="en-US" sz="1200" u="none" cap="none" strike="noStrike">
                          <a:solidFill>
                            <a:srgbClr val="000000"/>
                          </a:solidFill>
                          <a:latin typeface="Century Schoolbook"/>
                          <a:ea typeface="Century Schoolbook"/>
                          <a:cs typeface="Century Schoolbook"/>
                          <a:sym typeface="Century Schoolbook"/>
                        </a:rPr>
                        <a:t>Limitations</a:t>
                      </a:r>
                      <a:endParaRPr sz="1200" u="none" cap="none" strike="noStrike">
                        <a:latin typeface="Century Schoolbook"/>
                        <a:ea typeface="Century Schoolbook"/>
                        <a:cs typeface="Century Schoolbook"/>
                        <a:sym typeface="Century Schoolbook"/>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8D8D8"/>
                    </a:solidFill>
                  </a:tcPr>
                </a:tc>
                <a:tc>
                  <a:txBody>
                    <a:bodyPr/>
                    <a:lstStyle/>
                    <a:p>
                      <a:pPr indent="0" lvl="0" marL="0" marR="0" rtl="0" algn="ctr">
                        <a:lnSpc>
                          <a:spcPct val="100000"/>
                        </a:lnSpc>
                        <a:spcBef>
                          <a:spcPts val="0"/>
                        </a:spcBef>
                        <a:spcAft>
                          <a:spcPts val="0"/>
                        </a:spcAft>
                        <a:buNone/>
                      </a:pPr>
                      <a:r>
                        <a:rPr lang="en-US" sz="1200">
                          <a:solidFill>
                            <a:srgbClr val="000000"/>
                          </a:solidFill>
                          <a:latin typeface="Century Schoolbook"/>
                          <a:ea typeface="Century Schoolbook"/>
                          <a:cs typeface="Century Schoolbook"/>
                          <a:sym typeface="Century Schoolbook"/>
                        </a:rPr>
                        <a:t>Solution</a:t>
                      </a:r>
                      <a:endParaRPr sz="1200" u="none" cap="none" strike="noStrike">
                        <a:solidFill>
                          <a:srgbClr val="000000"/>
                        </a:solidFill>
                        <a:latin typeface="Century Schoolbook"/>
                        <a:ea typeface="Century Schoolbook"/>
                        <a:cs typeface="Century Schoolbook"/>
                        <a:sym typeface="Century Schoolbook"/>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8D8D8"/>
                    </a:solidFill>
                  </a:tcPr>
                </a:tc>
              </a:tr>
              <a:tr h="1423950">
                <a:tc>
                  <a:txBody>
                    <a:bodyPr/>
                    <a:lstStyle/>
                    <a:p>
                      <a:pPr indent="0" lvl="0" marL="0" rtl="0" algn="l">
                        <a:spcBef>
                          <a:spcPts val="0"/>
                        </a:spcBef>
                        <a:spcAft>
                          <a:spcPts val="0"/>
                        </a:spcAft>
                        <a:buNone/>
                      </a:pPr>
                      <a:r>
                        <a:rPr lang="en-US" sz="1200" u="sng">
                          <a:solidFill>
                            <a:schemeClr val="hlink"/>
                          </a:solidFill>
                          <a:latin typeface="Century Schoolbook"/>
                          <a:ea typeface="Century Schoolbook"/>
                          <a:cs typeface="Century Schoolbook"/>
                          <a:sym typeface="Century Schoolbook"/>
                          <a:hlinkClick r:id="rId3"/>
                        </a:rPr>
                        <a:t>3</a:t>
                      </a:r>
                      <a:endParaRPr sz="1200">
                        <a:latin typeface="Century Schoolbook"/>
                        <a:ea typeface="Century Schoolbook"/>
                        <a:cs typeface="Century Schoolbook"/>
                        <a:sym typeface="Century Schoolbook"/>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lnSpc>
                          <a:spcPct val="115000"/>
                        </a:lnSpc>
                        <a:spcBef>
                          <a:spcPts val="1200"/>
                        </a:spcBef>
                        <a:spcAft>
                          <a:spcPts val="0"/>
                        </a:spcAft>
                        <a:buClr>
                          <a:schemeClr val="dk1"/>
                        </a:buClr>
                        <a:buSzPts val="1100"/>
                        <a:buFont typeface="Arial"/>
                        <a:buNone/>
                      </a:pPr>
                      <a:r>
                        <a:rPr lang="en-US" sz="1200">
                          <a:latin typeface="Century Schoolbook"/>
                          <a:ea typeface="Century Schoolbook"/>
                          <a:cs typeface="Century Schoolbook"/>
                          <a:sym typeface="Century Schoolbook"/>
                        </a:rPr>
                        <a:t>Authors TBDl.</a:t>
                      </a:r>
                      <a:endParaRPr sz="1200">
                        <a:latin typeface="Century Schoolbook"/>
                        <a:ea typeface="Century Schoolbook"/>
                        <a:cs typeface="Century Schoolbook"/>
                        <a:sym typeface="Century Schoolbook"/>
                      </a:endParaRPr>
                    </a:p>
                    <a:p>
                      <a:pPr indent="0" lvl="0" marL="0" marR="0" rtl="0" algn="l">
                        <a:lnSpc>
                          <a:spcPct val="100000"/>
                        </a:lnSpc>
                        <a:spcBef>
                          <a:spcPts val="1200"/>
                        </a:spcBef>
                        <a:spcAft>
                          <a:spcPts val="0"/>
                        </a:spcAft>
                        <a:buClr>
                          <a:srgbClr val="000000"/>
                        </a:buClr>
                        <a:buSzPts val="1200"/>
                        <a:buFont typeface="Arial"/>
                        <a:buNone/>
                      </a:pPr>
                      <a:r>
                        <a:t/>
                      </a:r>
                      <a:endParaRPr sz="1200">
                        <a:latin typeface="Century Schoolbook"/>
                        <a:ea typeface="Century Schoolbook"/>
                        <a:cs typeface="Century Schoolbook"/>
                        <a:sym typeface="Century Schoolbook"/>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100"/>
                        <a:buFont typeface="Arial"/>
                        <a:buNone/>
                      </a:pPr>
                      <a:r>
                        <a:rPr lang="en-US" sz="1200" u="none" cap="none" strike="noStrike">
                          <a:latin typeface="Century Schoolbook"/>
                          <a:ea typeface="Century Schoolbook"/>
                          <a:cs typeface="Century Schoolbook"/>
                          <a:sym typeface="Century Schoolbook"/>
                        </a:rPr>
                        <a:t>202</a:t>
                      </a:r>
                      <a:r>
                        <a:rPr lang="en-US" sz="1200">
                          <a:latin typeface="Century Schoolbook"/>
                          <a:ea typeface="Century Schoolbook"/>
                          <a:cs typeface="Century Schoolbook"/>
                          <a:sym typeface="Century Schoolbook"/>
                        </a:rPr>
                        <a:t>4</a:t>
                      </a:r>
                      <a:endParaRPr sz="1200" u="none" cap="none" strike="noStrike">
                        <a:latin typeface="Century Schoolbook"/>
                        <a:ea typeface="Century Schoolbook"/>
                        <a:cs typeface="Century Schoolbook"/>
                        <a:sym typeface="Century Schoolbook"/>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1200"/>
                        </a:spcBef>
                        <a:spcAft>
                          <a:spcPts val="0"/>
                        </a:spcAft>
                        <a:buClr>
                          <a:srgbClr val="000000"/>
                        </a:buClr>
                        <a:buSzPts val="1200"/>
                        <a:buFont typeface="Arial"/>
                        <a:buNone/>
                      </a:pPr>
                      <a:r>
                        <a:rPr lang="en-US" sz="1200">
                          <a:latin typeface="Century Schoolbook"/>
                          <a:ea typeface="Century Schoolbook"/>
                          <a:cs typeface="Century Schoolbook"/>
                          <a:sym typeface="Century Schoolbook"/>
                        </a:rPr>
                        <a:t>Machine Learning Based Theft Detection Using YOLO Object Detection</a:t>
                      </a:r>
                      <a:endParaRPr sz="1200">
                        <a:latin typeface="Century Schoolbook"/>
                        <a:ea typeface="Century Schoolbook"/>
                        <a:cs typeface="Century Schoolbook"/>
                        <a:sym typeface="Century Schoolbook"/>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100"/>
                        <a:buFont typeface="Arial"/>
                        <a:buNone/>
                      </a:pPr>
                      <a:r>
                        <a:rPr lang="en-US" sz="1200">
                          <a:latin typeface="Century Schoolbook"/>
                          <a:ea typeface="Century Schoolbook"/>
                          <a:cs typeface="Century Schoolbook"/>
                          <a:sym typeface="Century Schoolbook"/>
                        </a:rPr>
                        <a:t>To implement real-time theft detection system using YOLO for practical retail surveillance deployment</a:t>
                      </a:r>
                      <a:endParaRPr sz="1200">
                        <a:latin typeface="Century Schoolbook"/>
                        <a:ea typeface="Century Schoolbook"/>
                        <a:cs typeface="Century Schoolbook"/>
                        <a:sym typeface="Century Schoolbook"/>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1200"/>
                        </a:spcBef>
                        <a:spcAft>
                          <a:spcPts val="0"/>
                        </a:spcAft>
                        <a:buClr>
                          <a:srgbClr val="000000"/>
                        </a:buClr>
                        <a:buSzPts val="1200"/>
                        <a:buFont typeface="Arial"/>
                        <a:buNone/>
                      </a:pPr>
                      <a:r>
                        <a:rPr lang="en-US" sz="1200">
                          <a:latin typeface="Century Schoolbook"/>
                          <a:ea typeface="Century Schoolbook"/>
                          <a:cs typeface="Century Schoolbook"/>
                          <a:sym typeface="Century Schoolbook"/>
                        </a:rPr>
                        <a:t>YOLO v5</a:t>
                      </a:r>
                      <a:r>
                        <a:rPr lang="en-US" sz="1200">
                          <a:latin typeface="Century Schoolbook"/>
                          <a:ea typeface="Century Schoolbook"/>
                          <a:cs typeface="Century Schoolbook"/>
                          <a:sym typeface="Century Schoolbook"/>
                        </a:rPr>
                        <a:t> for real-time person/object detection + activity recognition module for theft behavior classification</a:t>
                      </a:r>
                      <a:endParaRPr sz="1200">
                        <a:latin typeface="Century Schoolbook"/>
                        <a:ea typeface="Century Schoolbook"/>
                        <a:cs typeface="Century Schoolbook"/>
                        <a:sym typeface="Century Schoolbook"/>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1200"/>
                        </a:spcBef>
                        <a:spcAft>
                          <a:spcPts val="0"/>
                        </a:spcAft>
                        <a:buClr>
                          <a:srgbClr val="000000"/>
                        </a:buClr>
                        <a:buSzPts val="1200"/>
                        <a:buFont typeface="Arial"/>
                        <a:buNone/>
                      </a:pPr>
                      <a:r>
                        <a:rPr lang="en-US" sz="1200">
                          <a:latin typeface="Century Schoolbook"/>
                          <a:ea typeface="Century Schoolbook"/>
                          <a:cs typeface="Century Schoolbook"/>
                          <a:sym typeface="Century Schoolbook"/>
                        </a:rPr>
                        <a:t>High qualitative detection in real-time; fast inference suitable for edge deployment</a:t>
                      </a:r>
                      <a:endParaRPr sz="1200">
                        <a:latin typeface="Century Schoolbook"/>
                        <a:ea typeface="Century Schoolbook"/>
                        <a:cs typeface="Century Schoolbook"/>
                        <a:sym typeface="Century Schoolbook"/>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1200"/>
                        </a:spcBef>
                        <a:spcAft>
                          <a:spcPts val="0"/>
                        </a:spcAft>
                        <a:buClr>
                          <a:srgbClr val="000000"/>
                        </a:buClr>
                        <a:buSzPts val="1200"/>
                        <a:buFont typeface="Arial"/>
                        <a:buNone/>
                      </a:pPr>
                      <a:r>
                        <a:rPr lang="en-US" sz="1200">
                          <a:latin typeface="Century Schoolbook"/>
                          <a:ea typeface="Century Schoolbook"/>
                          <a:cs typeface="Century Schoolbook"/>
                          <a:sym typeface="Century Schoolbook"/>
                        </a:rPr>
                        <a:t>No standardized benchmark dataset, occlusion/clutter handling needs improvement, no multi-theft detection, single-camera only, lacks diverse retail scenarios</a:t>
                      </a:r>
                      <a:endParaRPr sz="1200">
                        <a:latin typeface="Century Schoolbook"/>
                        <a:ea typeface="Century Schoolbook"/>
                        <a:cs typeface="Century Schoolbook"/>
                        <a:sym typeface="Century Schoolbook"/>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lnSpc>
                          <a:spcPct val="115000"/>
                        </a:lnSpc>
                        <a:spcBef>
                          <a:spcPts val="1200"/>
                        </a:spcBef>
                        <a:spcAft>
                          <a:spcPts val="1200"/>
                        </a:spcAft>
                        <a:buNone/>
                      </a:pPr>
                      <a:r>
                        <a:rPr lang="en-US" sz="1200">
                          <a:latin typeface="Century Schoolbook"/>
                          <a:ea typeface="Century Schoolbook"/>
                          <a:cs typeface="Century Schoolbook"/>
                          <a:sym typeface="Century Schoolbook"/>
                        </a:rPr>
                        <a:t>Create labeled video dataset from local stores, include multiple people shopping at once.</a:t>
                      </a:r>
                      <a:endParaRPr sz="1200">
                        <a:latin typeface="Century Schoolbook"/>
                        <a:ea typeface="Century Schoolbook"/>
                        <a:cs typeface="Century Schoolbook"/>
                        <a:sym typeface="Century Schoolbook"/>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2600475">
                <a:tc>
                  <a:txBody>
                    <a:bodyPr/>
                    <a:lstStyle/>
                    <a:p>
                      <a:pPr indent="0" lvl="0" marL="0" marR="0" rtl="0" algn="l">
                        <a:lnSpc>
                          <a:spcPct val="100000"/>
                        </a:lnSpc>
                        <a:spcBef>
                          <a:spcPts val="0"/>
                        </a:spcBef>
                        <a:spcAft>
                          <a:spcPts val="0"/>
                        </a:spcAft>
                        <a:buClr>
                          <a:srgbClr val="000000"/>
                        </a:buClr>
                        <a:buSzPts val="1200"/>
                        <a:buFont typeface="Arial"/>
                        <a:buNone/>
                      </a:pPr>
                      <a:r>
                        <a:rPr lang="en-US" sz="1200" u="sng">
                          <a:solidFill>
                            <a:schemeClr val="hlink"/>
                          </a:solidFill>
                          <a:latin typeface="Century Schoolbook"/>
                          <a:ea typeface="Century Schoolbook"/>
                          <a:cs typeface="Century Schoolbook"/>
                          <a:sym typeface="Century Schoolbook"/>
                          <a:hlinkClick r:id="rId4"/>
                        </a:rPr>
                        <a:t>4</a:t>
                      </a:r>
                      <a:endParaRPr sz="1200" u="none" cap="none" strike="noStrike">
                        <a:solidFill>
                          <a:srgbClr val="000000"/>
                        </a:solidFill>
                        <a:latin typeface="Century Schoolbook"/>
                        <a:ea typeface="Century Schoolbook"/>
                        <a:cs typeface="Century Schoolbook"/>
                        <a:sym typeface="Century Schoolbook"/>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200"/>
                        <a:buFont typeface="Arial"/>
                        <a:buNone/>
                      </a:pPr>
                      <a:r>
                        <a:rPr lang="en-US" sz="1200">
                          <a:latin typeface="Century Schoolbook"/>
                          <a:ea typeface="Century Schoolbook"/>
                          <a:cs typeface="Century Schoolbook"/>
                          <a:sym typeface="Century Schoolbook"/>
                        </a:rPr>
                        <a:t>Ullah et al.</a:t>
                      </a:r>
                      <a:endParaRPr sz="1200" u="none" cap="none" strike="noStrike">
                        <a:solidFill>
                          <a:srgbClr val="000000"/>
                        </a:solidFill>
                        <a:latin typeface="Century Schoolbook"/>
                        <a:ea typeface="Century Schoolbook"/>
                        <a:cs typeface="Century Schoolbook"/>
                        <a:sym typeface="Century Schoolbook"/>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100"/>
                        <a:buFont typeface="Arial"/>
                        <a:buNone/>
                      </a:pPr>
                      <a:r>
                        <a:rPr lang="en-US" sz="1200" u="none" cap="none" strike="noStrike">
                          <a:solidFill>
                            <a:srgbClr val="000000"/>
                          </a:solidFill>
                          <a:latin typeface="Century Schoolbook"/>
                          <a:ea typeface="Century Schoolbook"/>
                          <a:cs typeface="Century Schoolbook"/>
                          <a:sym typeface="Century Schoolbook"/>
                        </a:rPr>
                        <a:t>202</a:t>
                      </a:r>
                      <a:r>
                        <a:rPr lang="en-US" sz="1200">
                          <a:latin typeface="Century Schoolbook"/>
                          <a:ea typeface="Century Schoolbook"/>
                          <a:cs typeface="Century Schoolbook"/>
                          <a:sym typeface="Century Schoolbook"/>
                        </a:rPr>
                        <a:t>0</a:t>
                      </a:r>
                      <a:endParaRPr sz="1200" u="none" cap="none" strike="noStrike">
                        <a:solidFill>
                          <a:srgbClr val="000000"/>
                        </a:solidFill>
                        <a:latin typeface="Century Schoolbook"/>
                        <a:ea typeface="Century Schoolbook"/>
                        <a:cs typeface="Century Schoolbook"/>
                        <a:sym typeface="Century Schoolbook"/>
                      </a:endParaRPr>
                    </a:p>
                    <a:p>
                      <a:pPr indent="0" lvl="0" marL="0" marR="0" rtl="0" algn="l">
                        <a:lnSpc>
                          <a:spcPct val="115000"/>
                        </a:lnSpc>
                        <a:spcBef>
                          <a:spcPts val="0"/>
                        </a:spcBef>
                        <a:spcAft>
                          <a:spcPts val="0"/>
                        </a:spcAft>
                        <a:buClr>
                          <a:srgbClr val="000000"/>
                        </a:buClr>
                        <a:buSzPts val="1200"/>
                        <a:buFont typeface="Arial"/>
                        <a:buNone/>
                      </a:pPr>
                      <a:r>
                        <a:t/>
                      </a:r>
                      <a:endParaRPr sz="1200" u="none" cap="none" strike="noStrike">
                        <a:solidFill>
                          <a:srgbClr val="000000"/>
                        </a:solidFill>
                        <a:latin typeface="Century Schoolbook"/>
                        <a:ea typeface="Century Schoolbook"/>
                        <a:cs typeface="Century Schoolbook"/>
                        <a:sym typeface="Century Schoolbook"/>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100"/>
                        <a:buFont typeface="Arial"/>
                        <a:buNone/>
                      </a:pPr>
                      <a:r>
                        <a:rPr lang="en-US" sz="1200">
                          <a:latin typeface="Century Schoolbook"/>
                          <a:ea typeface="Century Schoolbook"/>
                          <a:cs typeface="Century Schoolbook"/>
                          <a:sym typeface="Century Schoolbook"/>
                        </a:rPr>
                        <a:t>Suspicious Behavior Detection on Shoplifting Cases Using 3D CNN</a:t>
                      </a:r>
                      <a:endParaRPr sz="1200" u="none" cap="none" strike="noStrike">
                        <a:solidFill>
                          <a:srgbClr val="000000"/>
                        </a:solidFill>
                        <a:latin typeface="Century Schoolbook"/>
                        <a:ea typeface="Century Schoolbook"/>
                        <a:cs typeface="Century Schoolbook"/>
                        <a:sym typeface="Century Schoolbook"/>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100"/>
                        <a:buFont typeface="Arial"/>
                        <a:buNone/>
                      </a:pPr>
                      <a:r>
                        <a:rPr lang="en-US" sz="1200">
                          <a:solidFill>
                            <a:schemeClr val="dk1"/>
                          </a:solidFill>
                          <a:latin typeface="Century Schoolbook"/>
                          <a:ea typeface="Century Schoolbook"/>
                          <a:cs typeface="Century Schoolbook"/>
                          <a:sym typeface="Century Schoolbook"/>
                        </a:rPr>
                        <a:t>To detect suspicious shoplifting behavior using 3D convolutional neural networks for spatiotemporal analysis</a:t>
                      </a:r>
                      <a:endParaRPr sz="1200" u="none" cap="none" strike="noStrike">
                        <a:solidFill>
                          <a:srgbClr val="000000"/>
                        </a:solidFill>
                        <a:latin typeface="Century Schoolbook"/>
                        <a:ea typeface="Century Schoolbook"/>
                        <a:cs typeface="Century Schoolbook"/>
                        <a:sym typeface="Century Schoolbook"/>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100"/>
                        <a:buFont typeface="Arial"/>
                        <a:buNone/>
                      </a:pPr>
                      <a:r>
                        <a:rPr lang="en-US" sz="1200">
                          <a:solidFill>
                            <a:schemeClr val="dk1"/>
                          </a:solidFill>
                          <a:latin typeface="Century Schoolbook"/>
                          <a:ea typeface="Century Schoolbook"/>
                          <a:cs typeface="Century Schoolbook"/>
                          <a:sym typeface="Century Schoolbook"/>
                        </a:rPr>
                        <a:t>3D-CNN for simultaneous spatial and temporal feature extraction from video sequences; captures motion patterns over time</a:t>
                      </a:r>
                      <a:endParaRPr sz="1200" u="none" cap="none" strike="noStrike">
                        <a:solidFill>
                          <a:srgbClr val="000000"/>
                        </a:solidFill>
                        <a:latin typeface="Century Schoolbook"/>
                        <a:ea typeface="Century Schoolbook"/>
                        <a:cs typeface="Century Schoolbook"/>
                        <a:sym typeface="Century Schoolbook"/>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100"/>
                        <a:buFont typeface="Arial"/>
                        <a:buNone/>
                      </a:pPr>
                      <a:r>
                        <a:rPr lang="en-US" sz="1200">
                          <a:solidFill>
                            <a:schemeClr val="dk1"/>
                          </a:solidFill>
                          <a:latin typeface="Century Schoolbook"/>
                          <a:ea typeface="Century Schoolbook"/>
                          <a:cs typeface="Century Schoolbook"/>
                          <a:sym typeface="Century Schoolbook"/>
                        </a:rPr>
                        <a:t>~75% accuracy; demonstrated detection of subtle suspicious movements in surveillance videos</a:t>
                      </a:r>
                      <a:endParaRPr sz="1200" u="none" cap="none" strike="noStrike">
                        <a:solidFill>
                          <a:srgbClr val="000000"/>
                        </a:solidFill>
                        <a:latin typeface="Century Schoolbook"/>
                        <a:ea typeface="Century Schoolbook"/>
                        <a:cs typeface="Century Schoolbook"/>
                        <a:sym typeface="Century Schoolbook"/>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100"/>
                        <a:buFont typeface="Arial"/>
                        <a:buNone/>
                      </a:pPr>
                      <a:r>
                        <a:rPr lang="en-US" sz="1200">
                          <a:latin typeface="Century Schoolbook"/>
                          <a:ea typeface="Century Schoolbook"/>
                          <a:cs typeface="Century Schoolbook"/>
                          <a:sym typeface="Century Schoolbook"/>
                        </a:rPr>
                        <a:t>Small training dataset, difficulty with subtle actions, occlusion problems, cannot handle multiple persons, high computational cost, no diversity in retail settings</a:t>
                      </a:r>
                      <a:endParaRPr sz="1200" u="none" cap="none" strike="noStrike">
                        <a:solidFill>
                          <a:srgbClr val="000000"/>
                        </a:solidFill>
                        <a:latin typeface="Century Schoolbook"/>
                        <a:ea typeface="Century Schoolbook"/>
                        <a:cs typeface="Century Schoolbook"/>
                        <a:sym typeface="Century Schoolbook"/>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None/>
                      </a:pPr>
                      <a:r>
                        <a:rPr lang="en-US" sz="1200">
                          <a:latin typeface="Century Schoolbook"/>
                          <a:ea typeface="Century Schoolbook"/>
                          <a:cs typeface="Century Schoolbook"/>
                          <a:sym typeface="Century Schoolbook"/>
                        </a:rPr>
                        <a:t>Create larger video dataset with different lighting conditions, camera angles, and various people performing shopping activities</a:t>
                      </a:r>
                      <a:endParaRPr sz="1200" u="none" cap="none" strike="noStrike">
                        <a:solidFill>
                          <a:srgbClr val="000000"/>
                        </a:solidFill>
                        <a:latin typeface="Century Schoolbook"/>
                        <a:ea typeface="Century Schoolbook"/>
                        <a:cs typeface="Century Schoolbook"/>
                        <a:sym typeface="Century Schoolbook"/>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21"/>
          <p:cNvSpPr txBox="1"/>
          <p:nvPr>
            <p:ph type="title"/>
          </p:nvPr>
        </p:nvSpPr>
        <p:spPr>
          <a:xfrm>
            <a:off x="929825" y="0"/>
            <a:ext cx="5783100" cy="87990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entury Schoolbook"/>
              <a:buNone/>
            </a:pPr>
            <a:r>
              <a:rPr lang="en-US"/>
              <a:t>Literature Review</a:t>
            </a:r>
            <a:endParaRPr/>
          </a:p>
        </p:txBody>
      </p:sp>
      <p:sp>
        <p:nvSpPr>
          <p:cNvPr id="155" name="Google Shape;155;p21"/>
          <p:cNvSpPr txBox="1"/>
          <p:nvPr>
            <p:ph idx="12" type="sldNum"/>
          </p:nvPr>
        </p:nvSpPr>
        <p:spPr>
          <a:xfrm>
            <a:off x="11292840" y="6172200"/>
            <a:ext cx="914400" cy="593725"/>
          </a:xfrm>
          <a:prstGeom prst="rect">
            <a:avLst/>
          </a:prstGeom>
          <a:noFill/>
          <a:ln>
            <a:noFill/>
          </a:ln>
        </p:spPr>
        <p:txBody>
          <a:bodyPr anchorCtr="0" anchor="ctr" bIns="45700" lIns="45700" spcFirstLastPara="1" rIns="45700" wrap="square" tIns="45700">
            <a:normAutofit lnSpcReduction="10000"/>
          </a:bodyPr>
          <a:lstStyle/>
          <a:p>
            <a:pPr indent="0" lvl="0" marL="0" rtl="0" algn="ctr">
              <a:spcBef>
                <a:spcPts val="0"/>
              </a:spcBef>
              <a:spcAft>
                <a:spcPts val="0"/>
              </a:spcAft>
              <a:buNone/>
            </a:pPr>
            <a:fld id="{00000000-1234-1234-1234-123412341234}" type="slidenum">
              <a:rPr lang="en-US"/>
              <a:t>‹#›</a:t>
            </a:fld>
            <a:endParaRPr/>
          </a:p>
        </p:txBody>
      </p:sp>
      <p:graphicFrame>
        <p:nvGraphicFramePr>
          <p:cNvPr id="156" name="Google Shape;156;p21"/>
          <p:cNvGraphicFramePr/>
          <p:nvPr/>
        </p:nvGraphicFramePr>
        <p:xfrm>
          <a:off x="233931" y="879963"/>
          <a:ext cx="3000000" cy="3000000"/>
        </p:xfrm>
        <a:graphic>
          <a:graphicData uri="http://schemas.openxmlformats.org/drawingml/2006/table">
            <a:tbl>
              <a:tblPr bandRow="1" firstRow="1">
                <a:noFill/>
                <a:tableStyleId>{4F869F4D-3FA4-4268-B933-FCF326632806}</a:tableStyleId>
              </a:tblPr>
              <a:tblGrid>
                <a:gridCol w="473625"/>
                <a:gridCol w="940725"/>
                <a:gridCol w="628175"/>
                <a:gridCol w="1714525"/>
                <a:gridCol w="1510150"/>
                <a:gridCol w="1642000"/>
                <a:gridCol w="1279075"/>
                <a:gridCol w="1337025"/>
                <a:gridCol w="1223700"/>
              </a:tblGrid>
              <a:tr h="710225">
                <a:tc>
                  <a:txBody>
                    <a:bodyPr/>
                    <a:lstStyle/>
                    <a:p>
                      <a:pPr indent="0" lvl="0" marL="0" marR="0" rtl="0" algn="ctr">
                        <a:lnSpc>
                          <a:spcPct val="100000"/>
                        </a:lnSpc>
                        <a:spcBef>
                          <a:spcPts val="0"/>
                        </a:spcBef>
                        <a:spcAft>
                          <a:spcPts val="0"/>
                        </a:spcAft>
                        <a:buClr>
                          <a:srgbClr val="000000"/>
                        </a:buClr>
                        <a:buSzPts val="1200"/>
                        <a:buFont typeface="Arial"/>
                        <a:buNone/>
                      </a:pPr>
                      <a:r>
                        <a:rPr lang="en-US" sz="1200" u="none" cap="none" strike="noStrike">
                          <a:solidFill>
                            <a:srgbClr val="000000"/>
                          </a:solidFill>
                          <a:latin typeface="Century Schoolbook"/>
                          <a:ea typeface="Century Schoolbook"/>
                          <a:cs typeface="Century Schoolbook"/>
                          <a:sym typeface="Century Schoolbook"/>
                        </a:rPr>
                        <a:t>No</a:t>
                      </a:r>
                      <a:endParaRPr sz="1200" u="none" cap="none" strike="noStrike">
                        <a:latin typeface="Century Schoolbook"/>
                        <a:ea typeface="Century Schoolbook"/>
                        <a:cs typeface="Century Schoolbook"/>
                        <a:sym typeface="Century Schoolbook"/>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8D8D8"/>
                    </a:solidFill>
                  </a:tcPr>
                </a:tc>
                <a:tc>
                  <a:txBody>
                    <a:bodyPr/>
                    <a:lstStyle/>
                    <a:p>
                      <a:pPr indent="0" lvl="0" marL="0" marR="0" rtl="0" algn="l">
                        <a:lnSpc>
                          <a:spcPct val="100000"/>
                        </a:lnSpc>
                        <a:spcBef>
                          <a:spcPts val="0"/>
                        </a:spcBef>
                        <a:spcAft>
                          <a:spcPts val="0"/>
                        </a:spcAft>
                        <a:buClr>
                          <a:srgbClr val="000000"/>
                        </a:buClr>
                        <a:buSzPts val="1200"/>
                        <a:buFont typeface="Arial"/>
                        <a:buNone/>
                      </a:pPr>
                      <a:r>
                        <a:rPr lang="en-US" sz="1200">
                          <a:solidFill>
                            <a:srgbClr val="000000"/>
                          </a:solidFill>
                          <a:latin typeface="Century Schoolbook"/>
                          <a:ea typeface="Century Schoolbook"/>
                          <a:cs typeface="Century Schoolbook"/>
                          <a:sym typeface="Century Schoolbook"/>
                        </a:rPr>
                        <a:t>Author</a:t>
                      </a:r>
                      <a:endParaRPr sz="1200" u="none" cap="none" strike="noStrike">
                        <a:solidFill>
                          <a:srgbClr val="000000"/>
                        </a:solidFill>
                        <a:latin typeface="Century Schoolbook"/>
                        <a:ea typeface="Century Schoolbook"/>
                        <a:cs typeface="Century Schoolbook"/>
                        <a:sym typeface="Century Schoolbook"/>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8D8D8"/>
                    </a:solidFill>
                  </a:tcPr>
                </a:tc>
                <a:tc>
                  <a:txBody>
                    <a:bodyPr/>
                    <a:lstStyle/>
                    <a:p>
                      <a:pPr indent="0" lvl="0" marL="0" marR="0" rtl="0" algn="ctr">
                        <a:lnSpc>
                          <a:spcPct val="100000"/>
                        </a:lnSpc>
                        <a:spcBef>
                          <a:spcPts val="0"/>
                        </a:spcBef>
                        <a:spcAft>
                          <a:spcPts val="0"/>
                        </a:spcAft>
                        <a:buClr>
                          <a:srgbClr val="000000"/>
                        </a:buClr>
                        <a:buSzPts val="1300"/>
                        <a:buFont typeface="Arial"/>
                        <a:buNone/>
                      </a:pPr>
                      <a:r>
                        <a:rPr lang="en-US" sz="1200" u="none" cap="none" strike="noStrike">
                          <a:solidFill>
                            <a:srgbClr val="000000"/>
                          </a:solidFill>
                          <a:latin typeface="Century Schoolbook"/>
                          <a:ea typeface="Century Schoolbook"/>
                          <a:cs typeface="Century Schoolbook"/>
                          <a:sym typeface="Century Schoolbook"/>
                        </a:rPr>
                        <a:t>Year</a:t>
                      </a:r>
                      <a:endParaRPr sz="1200" u="none" cap="none" strike="noStrike">
                        <a:latin typeface="Century Schoolbook"/>
                        <a:ea typeface="Century Schoolbook"/>
                        <a:cs typeface="Century Schoolbook"/>
                        <a:sym typeface="Century Schoolbook"/>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8D8D8"/>
                    </a:solidFill>
                  </a:tcPr>
                </a:tc>
                <a:tc>
                  <a:txBody>
                    <a:bodyPr/>
                    <a:lstStyle/>
                    <a:p>
                      <a:pPr indent="0" lvl="0" marL="0" marR="0" rtl="0" algn="ctr">
                        <a:lnSpc>
                          <a:spcPct val="100000"/>
                        </a:lnSpc>
                        <a:spcBef>
                          <a:spcPts val="0"/>
                        </a:spcBef>
                        <a:spcAft>
                          <a:spcPts val="0"/>
                        </a:spcAft>
                        <a:buClr>
                          <a:srgbClr val="000000"/>
                        </a:buClr>
                        <a:buSzPts val="1300"/>
                        <a:buFont typeface="Arial"/>
                        <a:buNone/>
                      </a:pPr>
                      <a:r>
                        <a:rPr lang="en-US" sz="1200" u="none" cap="none" strike="noStrike">
                          <a:solidFill>
                            <a:srgbClr val="000000"/>
                          </a:solidFill>
                          <a:latin typeface="Century Schoolbook"/>
                          <a:ea typeface="Century Schoolbook"/>
                          <a:cs typeface="Century Schoolbook"/>
                          <a:sym typeface="Century Schoolbook"/>
                        </a:rPr>
                        <a:t>Title</a:t>
                      </a:r>
                      <a:endParaRPr sz="1200" u="none" cap="none" strike="noStrike">
                        <a:latin typeface="Century Schoolbook"/>
                        <a:ea typeface="Century Schoolbook"/>
                        <a:cs typeface="Century Schoolbook"/>
                        <a:sym typeface="Century Schoolbook"/>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8D8D8"/>
                    </a:solidFill>
                  </a:tcPr>
                </a:tc>
                <a:tc>
                  <a:txBody>
                    <a:bodyPr/>
                    <a:lstStyle/>
                    <a:p>
                      <a:pPr indent="0" lvl="0" marL="0" marR="0" rtl="0" algn="ctr">
                        <a:lnSpc>
                          <a:spcPct val="100000"/>
                        </a:lnSpc>
                        <a:spcBef>
                          <a:spcPts val="0"/>
                        </a:spcBef>
                        <a:spcAft>
                          <a:spcPts val="0"/>
                        </a:spcAft>
                        <a:buClr>
                          <a:srgbClr val="000000"/>
                        </a:buClr>
                        <a:buSzPts val="1300"/>
                        <a:buFont typeface="Arial"/>
                        <a:buNone/>
                      </a:pPr>
                      <a:r>
                        <a:rPr lang="en-US" sz="1200" u="none" cap="none" strike="noStrike">
                          <a:solidFill>
                            <a:srgbClr val="000000"/>
                          </a:solidFill>
                          <a:latin typeface="Century Schoolbook"/>
                          <a:ea typeface="Century Schoolbook"/>
                          <a:cs typeface="Century Schoolbook"/>
                          <a:sym typeface="Century Schoolbook"/>
                        </a:rPr>
                        <a:t>Objectives</a:t>
                      </a:r>
                      <a:endParaRPr sz="1200" u="none" cap="none" strike="noStrike">
                        <a:latin typeface="Century Schoolbook"/>
                        <a:ea typeface="Century Schoolbook"/>
                        <a:cs typeface="Century Schoolbook"/>
                        <a:sym typeface="Century Schoolbook"/>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8D8D8"/>
                    </a:solidFill>
                  </a:tcPr>
                </a:tc>
                <a:tc>
                  <a:txBody>
                    <a:bodyPr/>
                    <a:lstStyle/>
                    <a:p>
                      <a:pPr indent="0" lvl="0" marL="0" marR="0" rtl="0" algn="ctr">
                        <a:lnSpc>
                          <a:spcPct val="100000"/>
                        </a:lnSpc>
                        <a:spcBef>
                          <a:spcPts val="0"/>
                        </a:spcBef>
                        <a:spcAft>
                          <a:spcPts val="0"/>
                        </a:spcAft>
                        <a:buClr>
                          <a:srgbClr val="000000"/>
                        </a:buClr>
                        <a:buSzPts val="1300"/>
                        <a:buFont typeface="Arial"/>
                        <a:buNone/>
                      </a:pPr>
                      <a:r>
                        <a:rPr lang="en-US" sz="1200" u="none" cap="none" strike="noStrike">
                          <a:solidFill>
                            <a:srgbClr val="000000"/>
                          </a:solidFill>
                          <a:latin typeface="Century Schoolbook"/>
                          <a:ea typeface="Century Schoolbook"/>
                          <a:cs typeface="Century Schoolbook"/>
                          <a:sym typeface="Century Schoolbook"/>
                        </a:rPr>
                        <a:t>Methodology</a:t>
                      </a:r>
                      <a:endParaRPr sz="1200" u="none" cap="none" strike="noStrike">
                        <a:latin typeface="Century Schoolbook"/>
                        <a:ea typeface="Century Schoolbook"/>
                        <a:cs typeface="Century Schoolbook"/>
                        <a:sym typeface="Century Schoolbook"/>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8D8D8"/>
                    </a:solidFill>
                  </a:tcPr>
                </a:tc>
                <a:tc>
                  <a:txBody>
                    <a:bodyPr/>
                    <a:lstStyle/>
                    <a:p>
                      <a:pPr indent="0" lvl="0" marL="0" marR="0" rtl="0" algn="ctr">
                        <a:lnSpc>
                          <a:spcPct val="100000"/>
                        </a:lnSpc>
                        <a:spcBef>
                          <a:spcPts val="0"/>
                        </a:spcBef>
                        <a:spcAft>
                          <a:spcPts val="0"/>
                        </a:spcAft>
                        <a:buClr>
                          <a:srgbClr val="000000"/>
                        </a:buClr>
                        <a:buSzPts val="1300"/>
                        <a:buFont typeface="Arial"/>
                        <a:buNone/>
                      </a:pPr>
                      <a:r>
                        <a:rPr lang="en-US" sz="1200" u="none" cap="none" strike="noStrike">
                          <a:solidFill>
                            <a:srgbClr val="000000"/>
                          </a:solidFill>
                          <a:latin typeface="Century Schoolbook"/>
                          <a:ea typeface="Century Schoolbook"/>
                          <a:cs typeface="Century Schoolbook"/>
                          <a:sym typeface="Century Schoolbook"/>
                        </a:rPr>
                        <a:t>Results</a:t>
                      </a:r>
                      <a:endParaRPr sz="1200" u="none" cap="none" strike="noStrike">
                        <a:latin typeface="Century Schoolbook"/>
                        <a:ea typeface="Century Schoolbook"/>
                        <a:cs typeface="Century Schoolbook"/>
                        <a:sym typeface="Century Schoolbook"/>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8D8D8"/>
                    </a:solidFill>
                  </a:tcPr>
                </a:tc>
                <a:tc>
                  <a:txBody>
                    <a:bodyPr/>
                    <a:lstStyle/>
                    <a:p>
                      <a:pPr indent="0" lvl="0" marL="0" marR="0" rtl="0" algn="ctr">
                        <a:lnSpc>
                          <a:spcPct val="100000"/>
                        </a:lnSpc>
                        <a:spcBef>
                          <a:spcPts val="0"/>
                        </a:spcBef>
                        <a:spcAft>
                          <a:spcPts val="0"/>
                        </a:spcAft>
                        <a:buClr>
                          <a:srgbClr val="000000"/>
                        </a:buClr>
                        <a:buSzPts val="1300"/>
                        <a:buFont typeface="Arial"/>
                        <a:buNone/>
                      </a:pPr>
                      <a:r>
                        <a:rPr lang="en-US" sz="1200" u="none" cap="none" strike="noStrike">
                          <a:solidFill>
                            <a:srgbClr val="000000"/>
                          </a:solidFill>
                          <a:latin typeface="Century Schoolbook"/>
                          <a:ea typeface="Century Schoolbook"/>
                          <a:cs typeface="Century Schoolbook"/>
                          <a:sym typeface="Century Schoolbook"/>
                        </a:rPr>
                        <a:t>Limitations</a:t>
                      </a:r>
                      <a:endParaRPr sz="1200" u="none" cap="none" strike="noStrike">
                        <a:latin typeface="Century Schoolbook"/>
                        <a:ea typeface="Century Schoolbook"/>
                        <a:cs typeface="Century Schoolbook"/>
                        <a:sym typeface="Century Schoolbook"/>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8D8D8"/>
                    </a:solidFill>
                  </a:tcPr>
                </a:tc>
                <a:tc>
                  <a:txBody>
                    <a:bodyPr/>
                    <a:lstStyle/>
                    <a:p>
                      <a:pPr indent="0" lvl="0" marL="0" marR="0" rtl="0" algn="ctr">
                        <a:lnSpc>
                          <a:spcPct val="100000"/>
                        </a:lnSpc>
                        <a:spcBef>
                          <a:spcPts val="0"/>
                        </a:spcBef>
                        <a:spcAft>
                          <a:spcPts val="0"/>
                        </a:spcAft>
                        <a:buNone/>
                      </a:pPr>
                      <a:r>
                        <a:rPr lang="en-US" sz="1200">
                          <a:solidFill>
                            <a:srgbClr val="000000"/>
                          </a:solidFill>
                          <a:latin typeface="Century Schoolbook"/>
                          <a:ea typeface="Century Schoolbook"/>
                          <a:cs typeface="Century Schoolbook"/>
                          <a:sym typeface="Century Schoolbook"/>
                        </a:rPr>
                        <a:t>Solution</a:t>
                      </a:r>
                      <a:endParaRPr sz="1200" u="none" cap="none" strike="noStrike">
                        <a:solidFill>
                          <a:srgbClr val="000000"/>
                        </a:solidFill>
                        <a:latin typeface="Century Schoolbook"/>
                        <a:ea typeface="Century Schoolbook"/>
                        <a:cs typeface="Century Schoolbook"/>
                        <a:sym typeface="Century Schoolbook"/>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8D8D8"/>
                    </a:solidFill>
                  </a:tcPr>
                </a:tc>
              </a:tr>
              <a:tr h="2313350">
                <a:tc>
                  <a:txBody>
                    <a:bodyPr/>
                    <a:lstStyle/>
                    <a:p>
                      <a:pPr indent="0" lvl="0" marL="0" rtl="0" algn="l">
                        <a:spcBef>
                          <a:spcPts val="0"/>
                        </a:spcBef>
                        <a:spcAft>
                          <a:spcPts val="0"/>
                        </a:spcAft>
                        <a:buNone/>
                      </a:pPr>
                      <a:r>
                        <a:rPr lang="en-US" sz="1200" u="sng">
                          <a:solidFill>
                            <a:schemeClr val="hlink"/>
                          </a:solidFill>
                          <a:latin typeface="Century Schoolbook"/>
                          <a:ea typeface="Century Schoolbook"/>
                          <a:cs typeface="Century Schoolbook"/>
                          <a:sym typeface="Century Schoolbook"/>
                          <a:hlinkClick r:id="rId3"/>
                        </a:rPr>
                        <a:t>5</a:t>
                      </a:r>
                      <a:endParaRPr sz="1200">
                        <a:latin typeface="Century Schoolbook"/>
                        <a:ea typeface="Century Schoolbook"/>
                        <a:cs typeface="Century Schoolbook"/>
                        <a:sym typeface="Century Schoolbook"/>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sz="1200">
                          <a:latin typeface="Century Schoolbook"/>
                          <a:ea typeface="Century Schoolbook"/>
                          <a:cs typeface="Century Schoolbook"/>
                          <a:sym typeface="Century Schoolbook"/>
                        </a:rPr>
                        <a:t>Chakraborty et al.</a:t>
                      </a:r>
                      <a:endParaRPr sz="1200">
                        <a:latin typeface="Century Schoolbook"/>
                        <a:ea typeface="Century Schoolbook"/>
                        <a:cs typeface="Century Schoolbook"/>
                        <a:sym typeface="Century Schoolbook"/>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100"/>
                        <a:buFont typeface="Arial"/>
                        <a:buNone/>
                      </a:pPr>
                      <a:r>
                        <a:rPr lang="en-US" sz="1200" u="none" cap="none" strike="noStrike">
                          <a:latin typeface="Century Schoolbook"/>
                          <a:ea typeface="Century Schoolbook"/>
                          <a:cs typeface="Century Schoolbook"/>
                          <a:sym typeface="Century Schoolbook"/>
                        </a:rPr>
                        <a:t>202</a:t>
                      </a:r>
                      <a:r>
                        <a:rPr lang="en-US" sz="1200">
                          <a:latin typeface="Century Schoolbook"/>
                          <a:ea typeface="Century Schoolbook"/>
                          <a:cs typeface="Century Schoolbook"/>
                          <a:sym typeface="Century Schoolbook"/>
                        </a:rPr>
                        <a:t>3</a:t>
                      </a:r>
                      <a:endParaRPr sz="1200" u="none" cap="none" strike="noStrike">
                        <a:latin typeface="Century Schoolbook"/>
                        <a:ea typeface="Century Schoolbook"/>
                        <a:cs typeface="Century Schoolbook"/>
                        <a:sym typeface="Century Schoolbook"/>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lnSpc>
                          <a:spcPct val="115000"/>
                        </a:lnSpc>
                        <a:spcBef>
                          <a:spcPts val="1200"/>
                        </a:spcBef>
                        <a:spcAft>
                          <a:spcPts val="0"/>
                        </a:spcAft>
                        <a:buClr>
                          <a:schemeClr val="dk1"/>
                        </a:buClr>
                        <a:buSzPts val="1100"/>
                        <a:buFont typeface="Arial"/>
                        <a:buNone/>
                      </a:pPr>
                      <a:r>
                        <a:rPr lang="en-US" sz="1200">
                          <a:latin typeface="Century Schoolbook"/>
                          <a:ea typeface="Century Schoolbook"/>
                          <a:cs typeface="Century Schoolbook"/>
                          <a:sym typeface="Century Schoolbook"/>
                        </a:rPr>
                        <a:t>Shoplifting Detection Using Hybrid Neural Network CNN-BiLSTM and Development of Benchmark Dataset (2023)</a:t>
                      </a:r>
                      <a:endParaRPr sz="1200">
                        <a:latin typeface="Century Schoolbook"/>
                        <a:ea typeface="Century Schoolbook"/>
                        <a:cs typeface="Century Schoolbook"/>
                        <a:sym typeface="Century Schoolbook"/>
                      </a:endParaRPr>
                    </a:p>
                    <a:p>
                      <a:pPr indent="0" lvl="0" marL="0" rtl="0" algn="l">
                        <a:lnSpc>
                          <a:spcPct val="115000"/>
                        </a:lnSpc>
                        <a:spcBef>
                          <a:spcPts val="1200"/>
                        </a:spcBef>
                        <a:spcAft>
                          <a:spcPts val="0"/>
                        </a:spcAft>
                        <a:buClr>
                          <a:schemeClr val="dk1"/>
                        </a:buClr>
                        <a:buSzPts val="1100"/>
                        <a:buFont typeface="Arial"/>
                        <a:buNone/>
                      </a:pPr>
                      <a:r>
                        <a:t/>
                      </a:r>
                      <a:endParaRPr sz="1200">
                        <a:latin typeface="Century Schoolbook"/>
                        <a:ea typeface="Century Schoolbook"/>
                        <a:cs typeface="Century Schoolbook"/>
                        <a:sym typeface="Century Schoolbook"/>
                      </a:endParaRPr>
                    </a:p>
                    <a:p>
                      <a:pPr indent="0" lvl="0" marL="0" marR="0" rtl="0" algn="l">
                        <a:lnSpc>
                          <a:spcPct val="100000"/>
                        </a:lnSpc>
                        <a:spcBef>
                          <a:spcPts val="1200"/>
                        </a:spcBef>
                        <a:spcAft>
                          <a:spcPts val="0"/>
                        </a:spcAft>
                        <a:buClr>
                          <a:srgbClr val="000000"/>
                        </a:buClr>
                        <a:buSzPts val="1200"/>
                        <a:buFont typeface="Arial"/>
                        <a:buNone/>
                      </a:pPr>
                      <a:r>
                        <a:t/>
                      </a:r>
                      <a:endParaRPr sz="1200">
                        <a:latin typeface="Century Schoolbook"/>
                        <a:ea typeface="Century Schoolbook"/>
                        <a:cs typeface="Century Schoolbook"/>
                        <a:sym typeface="Century Schoolbook"/>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100"/>
                        <a:buFont typeface="Arial"/>
                        <a:buNone/>
                      </a:pPr>
                      <a:r>
                        <a:rPr lang="en-US" sz="1200">
                          <a:latin typeface="Century Schoolbook"/>
                          <a:ea typeface="Century Schoolbook"/>
                          <a:cs typeface="Century Schoolbook"/>
                          <a:sym typeface="Century Schoolbook"/>
                        </a:rPr>
                        <a:t>To develop a benchmark dataset and hybrid neural network for detecting shoplifting activities in retail environments</a:t>
                      </a:r>
                      <a:endParaRPr sz="1200">
                        <a:latin typeface="Century Schoolbook"/>
                        <a:ea typeface="Century Schoolbook"/>
                        <a:cs typeface="Century Schoolbook"/>
                        <a:sym typeface="Century Schoolbook"/>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1200"/>
                        </a:spcBef>
                        <a:spcAft>
                          <a:spcPts val="0"/>
                        </a:spcAft>
                        <a:buClr>
                          <a:srgbClr val="000000"/>
                        </a:buClr>
                        <a:buSzPts val="1200"/>
                        <a:buFont typeface="Arial"/>
                        <a:buNone/>
                      </a:pPr>
                      <a:r>
                        <a:rPr lang="en-US" sz="1200">
                          <a:latin typeface="Century Schoolbook"/>
                          <a:ea typeface="Century Schoolbook"/>
                          <a:cs typeface="Century Schoolbook"/>
                          <a:sym typeface="Century Schoolbook"/>
                        </a:rPr>
                        <a:t>CNN for spatial feature extraction + BiLSTM for temporal sequence modeling; trained on 900-video custom dataset with 5 theft categories (pretending, hiding, removing, repositioning, swapping)</a:t>
                      </a:r>
                      <a:endParaRPr sz="1200">
                        <a:latin typeface="Century Schoolbook"/>
                        <a:ea typeface="Century Schoolbook"/>
                        <a:cs typeface="Century Schoolbook"/>
                        <a:sym typeface="Century Schoolbook"/>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1200"/>
                        </a:spcBef>
                        <a:spcAft>
                          <a:spcPts val="0"/>
                        </a:spcAft>
                        <a:buClr>
                          <a:srgbClr val="000000"/>
                        </a:buClr>
                        <a:buSzPts val="1200"/>
                        <a:buFont typeface="Arial"/>
                        <a:buNone/>
                      </a:pPr>
                      <a:r>
                        <a:rPr lang="en-US" sz="1200">
                          <a:latin typeface="Century Schoolbook"/>
                          <a:ea typeface="Century Schoolbook"/>
                          <a:cs typeface="Century Schoolbook"/>
                          <a:sym typeface="Century Schoolbook"/>
                        </a:rPr>
                        <a:t>81% accuracy on benchmark dataset; successfully classified different shoplifting patterns across multiple categories</a:t>
                      </a:r>
                      <a:endParaRPr sz="1200">
                        <a:latin typeface="Century Schoolbook"/>
                        <a:ea typeface="Century Schoolbook"/>
                        <a:cs typeface="Century Schoolbook"/>
                        <a:sym typeface="Century Schoolbook"/>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1200"/>
                        </a:spcBef>
                        <a:spcAft>
                          <a:spcPts val="0"/>
                        </a:spcAft>
                        <a:buClr>
                          <a:srgbClr val="000000"/>
                        </a:buClr>
                        <a:buSzPts val="1200"/>
                        <a:buFont typeface="Arial"/>
                        <a:buNone/>
                      </a:pPr>
                      <a:r>
                        <a:rPr lang="en-US" sz="1200">
                          <a:latin typeface="Century Schoolbook"/>
                          <a:ea typeface="Century Schoolbook"/>
                          <a:cs typeface="Century Schoolbook"/>
                          <a:sym typeface="Century Schoolbook"/>
                        </a:rPr>
                        <a:t>Small dataset (900 videos), occlusion in cluttered environments, cannot track multiple simultaneous thefts, limited to single-camera view, lacks regional/cultural diversity</a:t>
                      </a:r>
                      <a:endParaRPr sz="1200">
                        <a:latin typeface="Century Schoolbook"/>
                        <a:ea typeface="Century Schoolbook"/>
                        <a:cs typeface="Century Schoolbook"/>
                        <a:sym typeface="Century Schoolbook"/>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lnSpc>
                          <a:spcPct val="115000"/>
                        </a:lnSpc>
                        <a:spcBef>
                          <a:spcPts val="1200"/>
                        </a:spcBef>
                        <a:spcAft>
                          <a:spcPts val="1200"/>
                        </a:spcAft>
                        <a:buNone/>
                      </a:pPr>
                      <a:r>
                        <a:rPr lang="en-US" sz="1200">
                          <a:latin typeface="Century Schoolbook"/>
                          <a:ea typeface="Century Schoolbook"/>
                          <a:cs typeface="Century Schoolbook"/>
                          <a:sym typeface="Century Schoolbook"/>
                        </a:rPr>
                        <a:t>Collect more videos from diverse stores, use data augmentation, add multi-camera setup, include different cultural shopping behaviors</a:t>
                      </a:r>
                      <a:endParaRPr sz="1200">
                        <a:latin typeface="Century Schoolbook"/>
                        <a:ea typeface="Century Schoolbook"/>
                        <a:cs typeface="Century Schoolbook"/>
                        <a:sym typeface="Century Schoolbook"/>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2587975">
                <a:tc>
                  <a:txBody>
                    <a:bodyPr/>
                    <a:lstStyle/>
                    <a:p>
                      <a:pPr indent="0" lvl="0" marL="0" marR="0" rtl="0" algn="l">
                        <a:lnSpc>
                          <a:spcPct val="100000"/>
                        </a:lnSpc>
                        <a:spcBef>
                          <a:spcPts val="0"/>
                        </a:spcBef>
                        <a:spcAft>
                          <a:spcPts val="0"/>
                        </a:spcAft>
                        <a:buClr>
                          <a:srgbClr val="000000"/>
                        </a:buClr>
                        <a:buSzPts val="1200"/>
                        <a:buFont typeface="Arial"/>
                        <a:buNone/>
                      </a:pPr>
                      <a:r>
                        <a:rPr b="1" lang="en-US" sz="1200" u="sng">
                          <a:solidFill>
                            <a:schemeClr val="hlink"/>
                          </a:solidFill>
                          <a:latin typeface="Century Schoolbook"/>
                          <a:ea typeface="Century Schoolbook"/>
                          <a:cs typeface="Century Schoolbook"/>
                          <a:sym typeface="Century Schoolbook"/>
                          <a:hlinkClick r:id="rId4"/>
                        </a:rPr>
                        <a:t>6</a:t>
                      </a:r>
                      <a:endParaRPr b="1" sz="1200" u="none" cap="none" strike="noStrike">
                        <a:solidFill>
                          <a:srgbClr val="000000"/>
                        </a:solidFill>
                        <a:latin typeface="Century Schoolbook"/>
                        <a:ea typeface="Century Schoolbook"/>
                        <a:cs typeface="Century Schoolbook"/>
                        <a:sym typeface="Century Schoolbook"/>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200"/>
                        <a:buFont typeface="Arial"/>
                        <a:buNone/>
                      </a:pPr>
                      <a:r>
                        <a:rPr lang="en-US" sz="1200">
                          <a:latin typeface="Century Schoolbook"/>
                          <a:ea typeface="Century Schoolbook"/>
                          <a:cs typeface="Century Schoolbook"/>
                          <a:sym typeface="Century Schoolbook"/>
                        </a:rPr>
                        <a:t>Authors TBD</a:t>
                      </a:r>
                      <a:endParaRPr sz="1200" u="none" cap="none" strike="noStrike">
                        <a:solidFill>
                          <a:srgbClr val="000000"/>
                        </a:solidFill>
                        <a:latin typeface="Century Schoolbook"/>
                        <a:ea typeface="Century Schoolbook"/>
                        <a:cs typeface="Century Schoolbook"/>
                        <a:sym typeface="Century Schoolbook"/>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sz="1200">
                          <a:latin typeface="Century Schoolbook"/>
                          <a:ea typeface="Century Schoolbook"/>
                          <a:cs typeface="Century Schoolbook"/>
                          <a:sym typeface="Century Schoolbook"/>
                        </a:rPr>
                        <a:t>2025</a:t>
                      </a:r>
                      <a:endParaRPr sz="1200">
                        <a:latin typeface="Century Schoolbook"/>
                        <a:ea typeface="Century Schoolbook"/>
                        <a:cs typeface="Century Schoolbook"/>
                        <a:sym typeface="Century Schoolbook"/>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100"/>
                        <a:buFont typeface="Arial"/>
                        <a:buNone/>
                      </a:pPr>
                      <a:r>
                        <a:rPr lang="en-US" sz="1200">
                          <a:latin typeface="Century Schoolbook"/>
                          <a:ea typeface="Century Schoolbook"/>
                          <a:cs typeface="Century Schoolbook"/>
                          <a:sym typeface="Century Schoolbook"/>
                        </a:rPr>
                        <a:t>Shopformer: Transformer-Based Framework for Detecting Shoplifting via Human Pose</a:t>
                      </a:r>
                      <a:endParaRPr sz="1200" u="none" cap="none" strike="noStrike">
                        <a:solidFill>
                          <a:srgbClr val="000000"/>
                        </a:solidFill>
                        <a:latin typeface="Century Schoolbook"/>
                        <a:ea typeface="Century Schoolbook"/>
                        <a:cs typeface="Century Schoolbook"/>
                        <a:sym typeface="Century Schoolbook"/>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100"/>
                        <a:buFont typeface="Arial"/>
                        <a:buNone/>
                      </a:pPr>
                      <a:r>
                        <a:rPr lang="en-US" sz="1200">
                          <a:solidFill>
                            <a:schemeClr val="dk1"/>
                          </a:solidFill>
                          <a:latin typeface="Century Schoolbook"/>
                          <a:ea typeface="Century Schoolbook"/>
                          <a:cs typeface="Century Schoolbook"/>
                          <a:sym typeface="Century Schoolbook"/>
                        </a:rPr>
                        <a:t>To leverage transformer architecture for capturing long-range temporal dependencies in pose sequences for shoplifting detection</a:t>
                      </a:r>
                      <a:endParaRPr sz="1200" u="none" cap="none" strike="noStrike">
                        <a:solidFill>
                          <a:srgbClr val="000000"/>
                        </a:solidFill>
                        <a:latin typeface="Century Schoolbook"/>
                        <a:ea typeface="Century Schoolbook"/>
                        <a:cs typeface="Century Schoolbook"/>
                        <a:sym typeface="Century Schoolbook"/>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100"/>
                        <a:buFont typeface="Arial"/>
                        <a:buNone/>
                      </a:pPr>
                      <a:r>
                        <a:rPr lang="en-US" sz="1200">
                          <a:solidFill>
                            <a:schemeClr val="dk1"/>
                          </a:solidFill>
                          <a:latin typeface="Century Schoolbook"/>
                          <a:ea typeface="Century Schoolbook"/>
                          <a:cs typeface="Century Schoolbook"/>
                          <a:sym typeface="Century Schoolbook"/>
                        </a:rPr>
                        <a:t>Transformer with self-attention on human pose sequences; processes skeletal keypoints to identify anomalous movement patte</a:t>
                      </a:r>
                      <a:r>
                        <a:rPr b="1" lang="en-US" sz="1200">
                          <a:solidFill>
                            <a:schemeClr val="dk1"/>
                          </a:solidFill>
                          <a:latin typeface="Century Schoolbook"/>
                          <a:ea typeface="Century Schoolbook"/>
                          <a:cs typeface="Century Schoolbook"/>
                          <a:sym typeface="Century Schoolbook"/>
                        </a:rPr>
                        <a:t>rns</a:t>
                      </a:r>
                      <a:endParaRPr sz="1200" u="none" cap="none" strike="noStrike">
                        <a:solidFill>
                          <a:srgbClr val="000000"/>
                        </a:solidFill>
                        <a:latin typeface="Century Schoolbook"/>
                        <a:ea typeface="Century Schoolbook"/>
                        <a:cs typeface="Century Schoolbook"/>
                        <a:sym typeface="Century Schoolbook"/>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100"/>
                        <a:buFont typeface="Arial"/>
                        <a:buNone/>
                      </a:pPr>
                      <a:r>
                        <a:rPr lang="en-US" sz="1200">
                          <a:solidFill>
                            <a:schemeClr val="dk1"/>
                          </a:solidFill>
                          <a:latin typeface="Century Schoolbook"/>
                          <a:ea typeface="Century Schoolbook"/>
                          <a:cs typeface="Century Schoolbook"/>
                          <a:sym typeface="Century Schoolbook"/>
                        </a:rPr>
                        <a:t>Outperformed CNN-LSTM and 3D-CNN baselines; effectively captured long-range temporal dependencie</a:t>
                      </a:r>
                      <a:endParaRPr sz="1200" u="none" cap="none" strike="noStrike">
                        <a:solidFill>
                          <a:srgbClr val="000000"/>
                        </a:solidFill>
                        <a:latin typeface="Century Schoolbook"/>
                        <a:ea typeface="Century Schoolbook"/>
                        <a:cs typeface="Century Schoolbook"/>
                        <a:sym typeface="Century Schoolbook"/>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100"/>
                        <a:buFont typeface="Arial"/>
                        <a:buNone/>
                      </a:pPr>
                      <a:r>
                        <a:rPr lang="en-US" sz="1200">
                          <a:latin typeface="Century Schoolbook"/>
                          <a:ea typeface="Century Schoolbook"/>
                          <a:cs typeface="Century Schoolbook"/>
                          <a:sym typeface="Century Schoolbook"/>
                        </a:rPr>
                        <a:t>Pose-only (no object/context), scene clutter impacts performance, single-camera limitation, no multi-theft detection, limited dataset diversity</a:t>
                      </a:r>
                      <a:endParaRPr sz="1200" u="none" cap="none" strike="noStrike">
                        <a:solidFill>
                          <a:srgbClr val="000000"/>
                        </a:solidFill>
                        <a:latin typeface="Century Schoolbook"/>
                        <a:ea typeface="Century Schoolbook"/>
                        <a:cs typeface="Century Schoolbook"/>
                        <a:sym typeface="Century Schoolbook"/>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None/>
                      </a:pPr>
                      <a:r>
                        <a:rPr lang="en-US" sz="1200">
                          <a:latin typeface="Century Schoolbook"/>
                          <a:ea typeface="Century Schoolbook"/>
                          <a:cs typeface="Century Schoolbook"/>
                          <a:sym typeface="Century Schoolbook"/>
                        </a:rPr>
                        <a:t>Add object detection (items being picked/hidden), include videos from multiple camera angles, test with different cultural body movements</a:t>
                      </a:r>
                      <a:endParaRPr sz="1200" u="none" cap="none" strike="noStrike">
                        <a:solidFill>
                          <a:srgbClr val="000000"/>
                        </a:solidFill>
                        <a:latin typeface="Century Schoolbook"/>
                        <a:ea typeface="Century Schoolbook"/>
                        <a:cs typeface="Century Schoolbook"/>
                        <a:sym typeface="Century Schoolbook"/>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22"/>
          <p:cNvSpPr txBox="1"/>
          <p:nvPr>
            <p:ph type="title"/>
          </p:nvPr>
        </p:nvSpPr>
        <p:spPr>
          <a:xfrm>
            <a:off x="1261872" y="365760"/>
            <a:ext cx="4696476" cy="946846"/>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entury Schoolbook"/>
              <a:buNone/>
            </a:pPr>
            <a:r>
              <a:rPr lang="en-US"/>
              <a:t>Methodology</a:t>
            </a:r>
            <a:endParaRPr/>
          </a:p>
        </p:txBody>
      </p:sp>
      <p:sp>
        <p:nvSpPr>
          <p:cNvPr id="162" name="Google Shape;162;p22"/>
          <p:cNvSpPr txBox="1"/>
          <p:nvPr>
            <p:ph idx="1" type="body"/>
          </p:nvPr>
        </p:nvSpPr>
        <p:spPr>
          <a:xfrm>
            <a:off x="1366375" y="1312600"/>
            <a:ext cx="9096600" cy="5179500"/>
          </a:xfrm>
          <a:prstGeom prst="rect">
            <a:avLst/>
          </a:prstGeom>
          <a:noFill/>
          <a:ln>
            <a:noFill/>
          </a:ln>
        </p:spPr>
        <p:txBody>
          <a:bodyPr anchorCtr="0" anchor="t" bIns="45700" lIns="91425" spcFirstLastPara="1" rIns="91425" wrap="square" tIns="45700">
            <a:noAutofit/>
          </a:bodyPr>
          <a:lstStyle/>
          <a:p>
            <a:pPr indent="-262890" lvl="0" marL="182880" rtl="0" algn="l">
              <a:lnSpc>
                <a:spcPct val="115000"/>
              </a:lnSpc>
              <a:spcBef>
                <a:spcPts val="1200"/>
              </a:spcBef>
              <a:spcAft>
                <a:spcPts val="0"/>
              </a:spcAft>
              <a:buSzPts val="2700"/>
              <a:buFont typeface="Century Schoolbook"/>
              <a:buChar char="⮚"/>
            </a:pPr>
            <a:r>
              <a:rPr lang="en-US" sz="2700"/>
              <a:t>Dataset Collection  </a:t>
            </a:r>
            <a:endParaRPr sz="2700"/>
          </a:p>
          <a:p>
            <a:pPr indent="-400050" lvl="0" marL="457200" rtl="0" algn="l">
              <a:lnSpc>
                <a:spcPct val="115000"/>
              </a:lnSpc>
              <a:spcBef>
                <a:spcPts val="0"/>
              </a:spcBef>
              <a:spcAft>
                <a:spcPts val="0"/>
              </a:spcAft>
              <a:buSzPts val="2700"/>
              <a:buFont typeface="Century Schoolbook"/>
              <a:buChar char="●"/>
            </a:pPr>
            <a:r>
              <a:rPr lang="en-US" sz="2700"/>
              <a:t>5 </a:t>
            </a:r>
            <a:r>
              <a:rPr lang="en-US" sz="2700"/>
              <a:t>Subjects</a:t>
            </a:r>
            <a:endParaRPr sz="2700"/>
          </a:p>
          <a:p>
            <a:pPr indent="-400050" lvl="0" marL="457200" rtl="0" algn="l">
              <a:lnSpc>
                <a:spcPct val="115000"/>
              </a:lnSpc>
              <a:spcBef>
                <a:spcPts val="0"/>
              </a:spcBef>
              <a:spcAft>
                <a:spcPts val="0"/>
              </a:spcAft>
              <a:buSzPts val="2700"/>
              <a:buFont typeface="Century Schoolbook"/>
              <a:buChar char="●"/>
            </a:pPr>
            <a:r>
              <a:rPr lang="en-US" sz="2700"/>
              <a:t>Different Angles (per scene)</a:t>
            </a:r>
            <a:endParaRPr sz="2700"/>
          </a:p>
          <a:p>
            <a:pPr indent="-400050" lvl="0" marL="457200" rtl="0" algn="l">
              <a:lnSpc>
                <a:spcPct val="115000"/>
              </a:lnSpc>
              <a:spcBef>
                <a:spcPts val="0"/>
              </a:spcBef>
              <a:spcAft>
                <a:spcPts val="0"/>
              </a:spcAft>
              <a:buSzPts val="2700"/>
              <a:buFont typeface="Century Schoolbook"/>
              <a:buChar char="●"/>
            </a:pPr>
            <a:r>
              <a:rPr lang="en-US" sz="2700"/>
              <a:t>Distances variations</a:t>
            </a:r>
            <a:endParaRPr sz="2700"/>
          </a:p>
          <a:p>
            <a:pPr indent="-400050" lvl="0" marL="457200" rtl="0" algn="l">
              <a:lnSpc>
                <a:spcPct val="115000"/>
              </a:lnSpc>
              <a:spcBef>
                <a:spcPts val="0"/>
              </a:spcBef>
              <a:spcAft>
                <a:spcPts val="0"/>
              </a:spcAft>
              <a:buSzPts val="2700"/>
              <a:buFont typeface="Century Schoolbook"/>
              <a:buChar char="●"/>
            </a:pPr>
            <a:r>
              <a:rPr lang="en-US" sz="2700"/>
              <a:t>Lighting</a:t>
            </a:r>
            <a:endParaRPr sz="2700"/>
          </a:p>
          <a:p>
            <a:pPr indent="-400050" lvl="0" marL="457200" rtl="0" algn="l">
              <a:lnSpc>
                <a:spcPct val="115000"/>
              </a:lnSpc>
              <a:spcBef>
                <a:spcPts val="0"/>
              </a:spcBef>
              <a:spcAft>
                <a:spcPts val="0"/>
              </a:spcAft>
              <a:buSzPts val="2700"/>
              <a:buFont typeface="Century Schoolbook"/>
              <a:buChar char="●"/>
            </a:pPr>
            <a:r>
              <a:rPr lang="en-US" sz="2700"/>
              <a:t>Poses / actions</a:t>
            </a:r>
            <a:endParaRPr sz="2700"/>
          </a:p>
          <a:p>
            <a:pPr indent="-400050" lvl="0" marL="457200" rtl="0" algn="l">
              <a:lnSpc>
                <a:spcPct val="115000"/>
              </a:lnSpc>
              <a:spcBef>
                <a:spcPts val="0"/>
              </a:spcBef>
              <a:spcAft>
                <a:spcPts val="0"/>
              </a:spcAft>
              <a:buSzPts val="2700"/>
              <a:buFont typeface="Century Schoolbook"/>
              <a:buChar char="●"/>
            </a:pPr>
            <a:r>
              <a:rPr lang="en-US" sz="2700"/>
              <a:t>Clothing variations</a:t>
            </a:r>
            <a:endParaRPr sz="2700"/>
          </a:p>
          <a:p>
            <a:pPr indent="-400050" lvl="0" marL="457200" rtl="0" algn="l">
              <a:lnSpc>
                <a:spcPct val="115000"/>
              </a:lnSpc>
              <a:spcBef>
                <a:spcPts val="0"/>
              </a:spcBef>
              <a:spcAft>
                <a:spcPts val="0"/>
              </a:spcAft>
              <a:buSzPts val="2700"/>
              <a:buFont typeface="Century Schoolbook"/>
              <a:buChar char="●"/>
            </a:pPr>
            <a:r>
              <a:rPr lang="en-US" sz="2700"/>
              <a:t>Occlusions &amp; clutter</a:t>
            </a:r>
            <a:endParaRPr sz="2700"/>
          </a:p>
          <a:p>
            <a:pPr indent="-400050" lvl="0" marL="457200" rtl="0" algn="l">
              <a:lnSpc>
                <a:spcPct val="115000"/>
              </a:lnSpc>
              <a:spcBef>
                <a:spcPts val="0"/>
              </a:spcBef>
              <a:spcAft>
                <a:spcPts val="0"/>
              </a:spcAft>
              <a:buSzPts val="2700"/>
              <a:buFont typeface="Century Schoolbook"/>
              <a:buChar char="●"/>
            </a:pPr>
            <a:r>
              <a:rPr lang="en-US" sz="2700"/>
              <a:t>Total images: 5,000 – 6,000 images</a:t>
            </a:r>
            <a:endParaRPr sz="2700"/>
          </a:p>
          <a:p>
            <a:pPr indent="0" lvl="0" marL="0" rtl="0" algn="l">
              <a:lnSpc>
                <a:spcPct val="250000"/>
              </a:lnSpc>
              <a:spcBef>
                <a:spcPts val="1600"/>
              </a:spcBef>
              <a:spcAft>
                <a:spcPts val="0"/>
              </a:spcAft>
              <a:buNone/>
            </a:pPr>
            <a:r>
              <a:t/>
            </a:r>
            <a:endParaRPr sz="2700"/>
          </a:p>
        </p:txBody>
      </p:sp>
      <p:sp>
        <p:nvSpPr>
          <p:cNvPr id="163" name="Google Shape;163;p22"/>
          <p:cNvSpPr txBox="1"/>
          <p:nvPr>
            <p:ph idx="12" type="sldNum"/>
          </p:nvPr>
        </p:nvSpPr>
        <p:spPr>
          <a:xfrm>
            <a:off x="11292840" y="6172200"/>
            <a:ext cx="914400" cy="593725"/>
          </a:xfrm>
          <a:prstGeom prst="rect">
            <a:avLst/>
          </a:prstGeom>
          <a:noFill/>
          <a:ln>
            <a:noFill/>
          </a:ln>
        </p:spPr>
        <p:txBody>
          <a:bodyPr anchorCtr="0" anchor="ctr" bIns="45700" lIns="45700" spcFirstLastPara="1" rIns="45700" wrap="square" tIns="45700">
            <a:normAutofit lnSpcReduction="10000"/>
          </a:body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23"/>
          <p:cNvSpPr txBox="1"/>
          <p:nvPr>
            <p:ph type="title"/>
          </p:nvPr>
        </p:nvSpPr>
        <p:spPr>
          <a:xfrm>
            <a:off x="1261872" y="365760"/>
            <a:ext cx="9692700" cy="1325700"/>
          </a:xfrm>
          <a:prstGeom prst="rect">
            <a:avLst/>
          </a:prstGeom>
        </p:spPr>
        <p:txBody>
          <a:bodyPr anchorCtr="0" anchor="b" bIns="45700" lIns="91425" spcFirstLastPara="1" rIns="91425" wrap="square" tIns="45700">
            <a:normAutofit/>
          </a:bodyPr>
          <a:lstStyle/>
          <a:p>
            <a:pPr indent="0" lvl="0" marL="0" rtl="0" algn="l">
              <a:spcBef>
                <a:spcPts val="0"/>
              </a:spcBef>
              <a:spcAft>
                <a:spcPts val="0"/>
              </a:spcAft>
              <a:buNone/>
            </a:pPr>
            <a:r>
              <a:rPr lang="en-US"/>
              <a:t>Methodology Continued…</a:t>
            </a:r>
            <a:endParaRPr/>
          </a:p>
        </p:txBody>
      </p:sp>
      <p:sp>
        <p:nvSpPr>
          <p:cNvPr id="170" name="Google Shape;170;p23"/>
          <p:cNvSpPr txBox="1"/>
          <p:nvPr>
            <p:ph idx="1" type="body"/>
          </p:nvPr>
        </p:nvSpPr>
        <p:spPr>
          <a:xfrm>
            <a:off x="1261872" y="1828800"/>
            <a:ext cx="8595300" cy="4351200"/>
          </a:xfrm>
          <a:prstGeom prst="rect">
            <a:avLst/>
          </a:prstGeom>
        </p:spPr>
        <p:txBody>
          <a:bodyPr anchorCtr="0" anchor="t" bIns="45700" lIns="91425" spcFirstLastPara="1" rIns="91425" wrap="square" tIns="45700">
            <a:normAutofit/>
          </a:bodyPr>
          <a:lstStyle/>
          <a:p>
            <a:pPr indent="-281940" lvl="0" marL="182880" rtl="0" algn="l">
              <a:lnSpc>
                <a:spcPct val="115000"/>
              </a:lnSpc>
              <a:spcBef>
                <a:spcPts val="1200"/>
              </a:spcBef>
              <a:spcAft>
                <a:spcPts val="0"/>
              </a:spcAft>
              <a:buSzPts val="3000"/>
              <a:buFont typeface="Noto Sans Symbols"/>
              <a:buChar char="⮚"/>
            </a:pPr>
            <a:r>
              <a:rPr lang="en-US" sz="3000"/>
              <a:t>Pre-Processing and Dataset Annotation</a:t>
            </a:r>
            <a:endParaRPr sz="3000"/>
          </a:p>
          <a:p>
            <a:pPr indent="-281940" lvl="0" marL="182880" rtl="0" algn="l">
              <a:lnSpc>
                <a:spcPct val="115000"/>
              </a:lnSpc>
              <a:spcBef>
                <a:spcPts val="0"/>
              </a:spcBef>
              <a:spcAft>
                <a:spcPts val="0"/>
              </a:spcAft>
              <a:buSzPts val="3000"/>
              <a:buFont typeface="Noto Sans Symbols"/>
              <a:buChar char="⮚"/>
            </a:pPr>
            <a:r>
              <a:rPr lang="en-US" sz="3000"/>
              <a:t>Object Detection</a:t>
            </a:r>
            <a:endParaRPr sz="3000"/>
          </a:p>
          <a:p>
            <a:pPr indent="-281940" lvl="0" marL="182880" rtl="0" algn="l">
              <a:lnSpc>
                <a:spcPct val="115000"/>
              </a:lnSpc>
              <a:spcBef>
                <a:spcPts val="0"/>
              </a:spcBef>
              <a:spcAft>
                <a:spcPts val="0"/>
              </a:spcAft>
              <a:buSzPts val="3000"/>
              <a:buFont typeface="Noto Sans Symbols"/>
              <a:buChar char="⮚"/>
            </a:pPr>
            <a:r>
              <a:rPr lang="en-US" sz="3000"/>
              <a:t>Action Recognition</a:t>
            </a:r>
            <a:endParaRPr sz="3000"/>
          </a:p>
          <a:p>
            <a:pPr indent="-281940" lvl="0" marL="182880" rtl="0" algn="l">
              <a:lnSpc>
                <a:spcPct val="115000"/>
              </a:lnSpc>
              <a:spcBef>
                <a:spcPts val="0"/>
              </a:spcBef>
              <a:spcAft>
                <a:spcPts val="0"/>
              </a:spcAft>
              <a:buSzPts val="3000"/>
              <a:buFont typeface="Noto Sans Symbols"/>
              <a:buChar char="⮚"/>
            </a:pPr>
            <a:r>
              <a:rPr lang="en-US" sz="3000"/>
              <a:t>Alert Generation &amp; Notification</a:t>
            </a:r>
            <a:endParaRPr sz="3000"/>
          </a:p>
          <a:p>
            <a:pPr indent="-281940" lvl="0" marL="182880" rtl="0" algn="l">
              <a:lnSpc>
                <a:spcPct val="115000"/>
              </a:lnSpc>
              <a:spcBef>
                <a:spcPts val="0"/>
              </a:spcBef>
              <a:spcAft>
                <a:spcPts val="0"/>
              </a:spcAft>
              <a:buSzPts val="3000"/>
              <a:buFont typeface="Noto Sans Symbols"/>
              <a:buChar char="⮚"/>
            </a:pPr>
            <a:r>
              <a:rPr lang="en-US" sz="3000"/>
              <a:t>Evidence Storage &amp; Feedback</a:t>
            </a:r>
            <a:endParaRPr sz="3000"/>
          </a:p>
          <a:p>
            <a:pPr indent="0" lvl="0" marL="0" rtl="0" algn="l">
              <a:spcBef>
                <a:spcPts val="1400"/>
              </a:spcBef>
              <a:spcAft>
                <a:spcPts val="200"/>
              </a:spcAft>
              <a:buNone/>
            </a:pPr>
            <a:r>
              <a:t/>
            </a:r>
            <a:endParaRPr/>
          </a:p>
        </p:txBody>
      </p:sp>
      <p:sp>
        <p:nvSpPr>
          <p:cNvPr id="171" name="Google Shape;171;p23"/>
          <p:cNvSpPr txBox="1"/>
          <p:nvPr>
            <p:ph idx="12" type="sldNum"/>
          </p:nvPr>
        </p:nvSpPr>
        <p:spPr>
          <a:xfrm>
            <a:off x="11292840" y="6172200"/>
            <a:ext cx="914400" cy="593700"/>
          </a:xfrm>
          <a:prstGeom prst="rect">
            <a:avLst/>
          </a:prstGeom>
        </p:spPr>
        <p:txBody>
          <a:bodyPr anchorCtr="0" anchor="ctr" bIns="45700" lIns="45700" spcFirstLastPara="1" rIns="45700" wrap="square" tIns="45700">
            <a:normAutofit lnSpcReduction="10000"/>
          </a:bodyPr>
          <a:lstStyle/>
          <a:p>
            <a:pPr indent="0" lvl="0" marL="0" rtl="0" algn="ct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24"/>
          <p:cNvSpPr txBox="1"/>
          <p:nvPr>
            <p:ph type="title"/>
          </p:nvPr>
        </p:nvSpPr>
        <p:spPr>
          <a:xfrm>
            <a:off x="1261875" y="365725"/>
            <a:ext cx="9692700" cy="2598900"/>
          </a:xfrm>
          <a:prstGeom prst="rect">
            <a:avLst/>
          </a:prstGeom>
        </p:spPr>
        <p:txBody>
          <a:bodyPr anchorCtr="0" anchor="b" bIns="45700" lIns="91425" spcFirstLastPara="1" rIns="91425" wrap="square" tIns="45700">
            <a:normAutofit/>
          </a:bodyPr>
          <a:lstStyle/>
          <a:p>
            <a:pPr indent="0" lvl="0" marL="0" rtl="0" algn="l">
              <a:spcBef>
                <a:spcPts val="0"/>
              </a:spcBef>
              <a:spcAft>
                <a:spcPts val="0"/>
              </a:spcAft>
              <a:buNone/>
            </a:pPr>
            <a:r>
              <a:rPr lang="en-US"/>
              <a:t>I</a:t>
            </a:r>
            <a:r>
              <a:rPr lang="en-US"/>
              <a:t>mportant</a:t>
            </a:r>
            <a:r>
              <a:rPr lang="en-US"/>
              <a:t> Diagrams</a:t>
            </a:r>
            <a:endParaRPr/>
          </a:p>
        </p:txBody>
      </p:sp>
      <p:sp>
        <p:nvSpPr>
          <p:cNvPr id="178" name="Google Shape;178;p24"/>
          <p:cNvSpPr txBox="1"/>
          <p:nvPr>
            <p:ph idx="12" type="sldNum"/>
          </p:nvPr>
        </p:nvSpPr>
        <p:spPr>
          <a:xfrm>
            <a:off x="11292840" y="6172200"/>
            <a:ext cx="914400" cy="593700"/>
          </a:xfrm>
          <a:prstGeom prst="rect">
            <a:avLst/>
          </a:prstGeom>
        </p:spPr>
        <p:txBody>
          <a:bodyPr anchorCtr="0" anchor="ctr" bIns="45700" lIns="45700" spcFirstLastPara="1" rIns="45700" wrap="square" tIns="45700">
            <a:normAutofit lnSpcReduction="10000"/>
          </a:bodyPr>
          <a:lstStyle/>
          <a:p>
            <a:pPr indent="0" lvl="0" marL="0" rtl="0" algn="ct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25"/>
          <p:cNvSpPr txBox="1"/>
          <p:nvPr>
            <p:ph type="title"/>
          </p:nvPr>
        </p:nvSpPr>
        <p:spPr>
          <a:xfrm>
            <a:off x="1020400" y="0"/>
            <a:ext cx="5171400" cy="1124100"/>
          </a:xfrm>
          <a:prstGeom prst="rect">
            <a:avLst/>
          </a:prstGeom>
          <a:noFill/>
          <a:ln>
            <a:noFill/>
          </a:ln>
        </p:spPr>
        <p:txBody>
          <a:bodyPr anchorCtr="0" anchor="b" bIns="45700" lIns="91425" spcFirstLastPara="1" rIns="91425" wrap="square" tIns="45700">
            <a:noAutofit/>
          </a:bodyPr>
          <a:lstStyle/>
          <a:p>
            <a:pPr indent="0" lvl="0" marL="0" rtl="0" algn="l">
              <a:lnSpc>
                <a:spcPct val="90000"/>
              </a:lnSpc>
              <a:spcBef>
                <a:spcPts val="0"/>
              </a:spcBef>
              <a:spcAft>
                <a:spcPts val="0"/>
              </a:spcAft>
              <a:buClr>
                <a:schemeClr val="dk1"/>
              </a:buClr>
              <a:buSzPts val="4000"/>
              <a:buFont typeface="Century Schoolbook"/>
              <a:buNone/>
            </a:pPr>
            <a:r>
              <a:rPr lang="en-US" sz="3600"/>
              <a:t>Use Case </a:t>
            </a:r>
            <a:r>
              <a:rPr lang="en-US" sz="3600"/>
              <a:t>Diagram</a:t>
            </a:r>
            <a:endParaRPr sz="3600"/>
          </a:p>
        </p:txBody>
      </p:sp>
      <p:sp>
        <p:nvSpPr>
          <p:cNvPr id="184" name="Google Shape;184;p25"/>
          <p:cNvSpPr txBox="1"/>
          <p:nvPr>
            <p:ph idx="12" type="sldNum"/>
          </p:nvPr>
        </p:nvSpPr>
        <p:spPr>
          <a:xfrm>
            <a:off x="11292840" y="6172200"/>
            <a:ext cx="914400" cy="593725"/>
          </a:xfrm>
          <a:prstGeom prst="rect">
            <a:avLst/>
          </a:prstGeom>
          <a:noFill/>
          <a:ln>
            <a:noFill/>
          </a:ln>
        </p:spPr>
        <p:txBody>
          <a:bodyPr anchorCtr="0" anchor="ctr" bIns="45700" lIns="45700" spcFirstLastPara="1" rIns="45700" wrap="square" tIns="45700">
            <a:normAutofit lnSpcReduction="10000"/>
          </a:bodyPr>
          <a:lstStyle/>
          <a:p>
            <a:pPr indent="0" lvl="0" marL="0" rtl="0" algn="ctr">
              <a:spcBef>
                <a:spcPts val="0"/>
              </a:spcBef>
              <a:spcAft>
                <a:spcPts val="0"/>
              </a:spcAft>
              <a:buNone/>
            </a:pPr>
            <a:fld id="{00000000-1234-1234-1234-123412341234}" type="slidenum">
              <a:rPr lang="en-US"/>
              <a:t>‹#›</a:t>
            </a:fld>
            <a:endParaRPr/>
          </a:p>
        </p:txBody>
      </p:sp>
      <p:pic>
        <p:nvPicPr>
          <p:cNvPr descr="National University of Computer and Emerging Sciences - Wikipedia" id="185" name="Google Shape;185;p25"/>
          <p:cNvPicPr preferRelativeResize="0"/>
          <p:nvPr/>
        </p:nvPicPr>
        <p:blipFill rotWithShape="1">
          <a:blip r:embed="rId3">
            <a:alphaModFix/>
          </a:blip>
          <a:srcRect b="0" l="0" r="0" t="0"/>
          <a:stretch/>
        </p:blipFill>
        <p:spPr>
          <a:xfrm>
            <a:off x="9457650" y="287583"/>
            <a:ext cx="1472478" cy="1472478"/>
          </a:xfrm>
          <a:prstGeom prst="rect">
            <a:avLst/>
          </a:prstGeom>
          <a:noFill/>
          <a:ln>
            <a:noFill/>
          </a:ln>
        </p:spPr>
      </p:pic>
      <p:pic>
        <p:nvPicPr>
          <p:cNvPr id="186" name="Google Shape;186;p25"/>
          <p:cNvPicPr preferRelativeResize="0"/>
          <p:nvPr/>
        </p:nvPicPr>
        <p:blipFill>
          <a:blip r:embed="rId4">
            <a:alphaModFix/>
          </a:blip>
          <a:stretch>
            <a:fillRect/>
          </a:stretch>
        </p:blipFill>
        <p:spPr>
          <a:xfrm>
            <a:off x="152400" y="1124100"/>
            <a:ext cx="10183049" cy="54556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26"/>
          <p:cNvSpPr txBox="1"/>
          <p:nvPr>
            <p:ph type="title"/>
          </p:nvPr>
        </p:nvSpPr>
        <p:spPr>
          <a:xfrm>
            <a:off x="1029047" y="10"/>
            <a:ext cx="9692700" cy="1325700"/>
          </a:xfrm>
          <a:prstGeom prst="rect">
            <a:avLst/>
          </a:prstGeom>
        </p:spPr>
        <p:txBody>
          <a:bodyPr anchorCtr="0" anchor="b" bIns="45700" lIns="91425" spcFirstLastPara="1" rIns="91425" wrap="square" tIns="45700">
            <a:normAutofit/>
          </a:bodyPr>
          <a:lstStyle/>
          <a:p>
            <a:pPr indent="0" lvl="0" marL="0" rtl="0" algn="l">
              <a:spcBef>
                <a:spcPts val="0"/>
              </a:spcBef>
              <a:spcAft>
                <a:spcPts val="0"/>
              </a:spcAft>
              <a:buNone/>
            </a:pPr>
            <a:r>
              <a:rPr lang="en-US" sz="3500"/>
              <a:t>Flowchart (Activity Flow)</a:t>
            </a:r>
            <a:endParaRPr sz="3500"/>
          </a:p>
        </p:txBody>
      </p:sp>
      <p:sp>
        <p:nvSpPr>
          <p:cNvPr id="193" name="Google Shape;193;p26"/>
          <p:cNvSpPr txBox="1"/>
          <p:nvPr>
            <p:ph idx="12" type="sldNum"/>
          </p:nvPr>
        </p:nvSpPr>
        <p:spPr>
          <a:xfrm>
            <a:off x="11292840" y="6172200"/>
            <a:ext cx="914400" cy="593700"/>
          </a:xfrm>
          <a:prstGeom prst="rect">
            <a:avLst/>
          </a:prstGeom>
        </p:spPr>
        <p:txBody>
          <a:bodyPr anchorCtr="0" anchor="ctr" bIns="45700" lIns="45700" spcFirstLastPara="1" rIns="45700" wrap="square" tIns="45700">
            <a:normAutofit lnSpcReduction="10000"/>
          </a:bodyPr>
          <a:lstStyle/>
          <a:p>
            <a:pPr indent="0" lvl="0" marL="0" rtl="0" algn="ctr">
              <a:spcBef>
                <a:spcPts val="0"/>
              </a:spcBef>
              <a:spcAft>
                <a:spcPts val="0"/>
              </a:spcAft>
              <a:buClr>
                <a:srgbClr val="000000"/>
              </a:buClr>
              <a:buFont typeface="Arial"/>
              <a:buNone/>
            </a:pPr>
            <a:fld id="{00000000-1234-1234-1234-123412341234}" type="slidenum">
              <a:rPr lang="en-US"/>
              <a:t>‹#›</a:t>
            </a:fld>
            <a:endParaRPr/>
          </a:p>
        </p:txBody>
      </p:sp>
      <p:pic>
        <p:nvPicPr>
          <p:cNvPr id="194" name="Google Shape;194;p26"/>
          <p:cNvPicPr preferRelativeResize="0"/>
          <p:nvPr/>
        </p:nvPicPr>
        <p:blipFill>
          <a:blip r:embed="rId3">
            <a:alphaModFix/>
          </a:blip>
          <a:stretch>
            <a:fillRect/>
          </a:stretch>
        </p:blipFill>
        <p:spPr>
          <a:xfrm>
            <a:off x="2297400" y="1413800"/>
            <a:ext cx="7336875" cy="5223399"/>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27"/>
          <p:cNvSpPr txBox="1"/>
          <p:nvPr>
            <p:ph type="title"/>
          </p:nvPr>
        </p:nvSpPr>
        <p:spPr>
          <a:xfrm>
            <a:off x="1029047" y="10"/>
            <a:ext cx="9692700" cy="1325700"/>
          </a:xfrm>
          <a:prstGeom prst="rect">
            <a:avLst/>
          </a:prstGeom>
        </p:spPr>
        <p:txBody>
          <a:bodyPr anchorCtr="0" anchor="b" bIns="45700" lIns="91425" spcFirstLastPara="1" rIns="91425" wrap="square" tIns="45700">
            <a:normAutofit/>
          </a:bodyPr>
          <a:lstStyle/>
          <a:p>
            <a:pPr indent="0" lvl="0" marL="0" rtl="0" algn="l">
              <a:spcBef>
                <a:spcPts val="0"/>
              </a:spcBef>
              <a:spcAft>
                <a:spcPts val="0"/>
              </a:spcAft>
              <a:buNone/>
            </a:pPr>
            <a:r>
              <a:rPr lang="en-US" sz="3500"/>
              <a:t>Flowchart (Activity Flow)</a:t>
            </a:r>
            <a:endParaRPr sz="3500"/>
          </a:p>
        </p:txBody>
      </p:sp>
      <p:sp>
        <p:nvSpPr>
          <p:cNvPr id="201" name="Google Shape;201;p27"/>
          <p:cNvSpPr txBox="1"/>
          <p:nvPr>
            <p:ph idx="12" type="sldNum"/>
          </p:nvPr>
        </p:nvSpPr>
        <p:spPr>
          <a:xfrm>
            <a:off x="11292840" y="6172200"/>
            <a:ext cx="914400" cy="593700"/>
          </a:xfrm>
          <a:prstGeom prst="rect">
            <a:avLst/>
          </a:prstGeom>
        </p:spPr>
        <p:txBody>
          <a:bodyPr anchorCtr="0" anchor="ctr" bIns="45700" lIns="45700" spcFirstLastPara="1" rIns="45700" wrap="square" tIns="45700">
            <a:normAutofit lnSpcReduction="10000"/>
          </a:bodyPr>
          <a:lstStyle/>
          <a:p>
            <a:pPr indent="0" lvl="0" marL="0" rtl="0" algn="ctr">
              <a:spcBef>
                <a:spcPts val="0"/>
              </a:spcBef>
              <a:spcAft>
                <a:spcPts val="0"/>
              </a:spcAft>
              <a:buClr>
                <a:srgbClr val="000000"/>
              </a:buClr>
              <a:buFont typeface="Arial"/>
              <a:buNone/>
            </a:pPr>
            <a:fld id="{00000000-1234-1234-1234-123412341234}" type="slidenum">
              <a:rPr lang="en-US"/>
              <a:t>‹#›</a:t>
            </a:fld>
            <a:endParaRPr/>
          </a:p>
        </p:txBody>
      </p:sp>
      <p:pic>
        <p:nvPicPr>
          <p:cNvPr id="202" name="Google Shape;202;p27"/>
          <p:cNvPicPr preferRelativeResize="0"/>
          <p:nvPr/>
        </p:nvPicPr>
        <p:blipFill>
          <a:blip r:embed="rId3">
            <a:alphaModFix/>
          </a:blip>
          <a:stretch>
            <a:fillRect/>
          </a:stretch>
        </p:blipFill>
        <p:spPr>
          <a:xfrm>
            <a:off x="2292487" y="1768825"/>
            <a:ext cx="7165824" cy="52275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28"/>
          <p:cNvSpPr txBox="1"/>
          <p:nvPr>
            <p:ph type="title"/>
          </p:nvPr>
        </p:nvSpPr>
        <p:spPr>
          <a:xfrm>
            <a:off x="1200425" y="109253"/>
            <a:ext cx="9692700" cy="988200"/>
          </a:xfrm>
          <a:prstGeom prst="rect">
            <a:avLst/>
          </a:prstGeom>
        </p:spPr>
        <p:txBody>
          <a:bodyPr anchorCtr="0" anchor="b" bIns="45700" lIns="91425" spcFirstLastPara="1" rIns="91425" wrap="square" tIns="45700">
            <a:normAutofit/>
          </a:bodyPr>
          <a:lstStyle/>
          <a:p>
            <a:pPr indent="0" lvl="0" marL="0" rtl="0" algn="l">
              <a:spcBef>
                <a:spcPts val="0"/>
              </a:spcBef>
              <a:spcAft>
                <a:spcPts val="0"/>
              </a:spcAft>
              <a:buNone/>
            </a:pPr>
            <a:r>
              <a:rPr lang="en-US" sz="3600"/>
              <a:t>System Architecture </a:t>
            </a:r>
            <a:r>
              <a:rPr lang="en-US" sz="3600"/>
              <a:t>Diagram</a:t>
            </a:r>
            <a:endParaRPr sz="3600"/>
          </a:p>
        </p:txBody>
      </p:sp>
      <p:sp>
        <p:nvSpPr>
          <p:cNvPr id="209" name="Google Shape;209;p28"/>
          <p:cNvSpPr txBox="1"/>
          <p:nvPr>
            <p:ph idx="12" type="sldNum"/>
          </p:nvPr>
        </p:nvSpPr>
        <p:spPr>
          <a:xfrm>
            <a:off x="11292840" y="6172200"/>
            <a:ext cx="914400" cy="593700"/>
          </a:xfrm>
          <a:prstGeom prst="rect">
            <a:avLst/>
          </a:prstGeom>
        </p:spPr>
        <p:txBody>
          <a:bodyPr anchorCtr="0" anchor="ctr" bIns="45700" lIns="45700" spcFirstLastPara="1" rIns="45700" wrap="square" tIns="45700">
            <a:normAutofit lnSpcReduction="10000"/>
          </a:bodyPr>
          <a:lstStyle/>
          <a:p>
            <a:pPr indent="0" lvl="0" marL="0" rtl="0" algn="ctr">
              <a:spcBef>
                <a:spcPts val="0"/>
              </a:spcBef>
              <a:spcAft>
                <a:spcPts val="0"/>
              </a:spcAft>
              <a:buNone/>
            </a:pPr>
            <a:fld id="{00000000-1234-1234-1234-123412341234}" type="slidenum">
              <a:rPr lang="en-US"/>
              <a:t>‹#›</a:t>
            </a:fld>
            <a:endParaRPr/>
          </a:p>
        </p:txBody>
      </p:sp>
      <p:pic>
        <p:nvPicPr>
          <p:cNvPr id="210" name="Google Shape;210;p28"/>
          <p:cNvPicPr preferRelativeResize="0"/>
          <p:nvPr/>
        </p:nvPicPr>
        <p:blipFill>
          <a:blip r:embed="rId3">
            <a:alphaModFix/>
          </a:blip>
          <a:stretch>
            <a:fillRect/>
          </a:stretch>
        </p:blipFill>
        <p:spPr>
          <a:xfrm>
            <a:off x="2673650" y="1097450"/>
            <a:ext cx="7063225" cy="5760549"/>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p29"/>
          <p:cNvSpPr txBox="1"/>
          <p:nvPr>
            <p:ph type="title"/>
          </p:nvPr>
        </p:nvSpPr>
        <p:spPr>
          <a:xfrm>
            <a:off x="819502" y="143227"/>
            <a:ext cx="4374000" cy="597900"/>
          </a:xfrm>
          <a:prstGeom prst="rect">
            <a:avLst/>
          </a:prstGeom>
          <a:noFill/>
          <a:ln>
            <a:noFill/>
          </a:ln>
        </p:spPr>
        <p:txBody>
          <a:bodyPr anchorCtr="0" anchor="b"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110000"/>
              <a:buFont typeface="Century Schoolbook"/>
              <a:buNone/>
            </a:pPr>
            <a:r>
              <a:rPr lang="en-US"/>
              <a:t>Sequence </a:t>
            </a:r>
            <a:r>
              <a:rPr lang="en-US" sz="3600"/>
              <a:t>Diagram</a:t>
            </a:r>
            <a:endParaRPr sz="4000"/>
          </a:p>
        </p:txBody>
      </p:sp>
      <p:sp>
        <p:nvSpPr>
          <p:cNvPr id="216" name="Google Shape;216;p29"/>
          <p:cNvSpPr txBox="1"/>
          <p:nvPr>
            <p:ph idx="12" type="sldNum"/>
          </p:nvPr>
        </p:nvSpPr>
        <p:spPr>
          <a:xfrm>
            <a:off x="11292840" y="6172200"/>
            <a:ext cx="914400" cy="593725"/>
          </a:xfrm>
          <a:prstGeom prst="rect">
            <a:avLst/>
          </a:prstGeom>
          <a:noFill/>
          <a:ln>
            <a:noFill/>
          </a:ln>
        </p:spPr>
        <p:txBody>
          <a:bodyPr anchorCtr="0" anchor="ctr" bIns="45700" lIns="45700" spcFirstLastPara="1" rIns="45700" wrap="square" tIns="45700">
            <a:normAutofit lnSpcReduction="10000"/>
          </a:bodyPr>
          <a:lstStyle/>
          <a:p>
            <a:pPr indent="0" lvl="0" marL="0" rtl="0" algn="ctr">
              <a:spcBef>
                <a:spcPts val="0"/>
              </a:spcBef>
              <a:spcAft>
                <a:spcPts val="0"/>
              </a:spcAft>
              <a:buNone/>
            </a:pPr>
            <a:fld id="{00000000-1234-1234-1234-123412341234}" type="slidenum">
              <a:rPr lang="en-US"/>
              <a:t>‹#›</a:t>
            </a:fld>
            <a:endParaRPr/>
          </a:p>
        </p:txBody>
      </p:sp>
      <p:pic>
        <p:nvPicPr>
          <p:cNvPr descr="National University of Computer and Emerging Sciences - Wikipedia" id="217" name="Google Shape;217;p29"/>
          <p:cNvPicPr preferRelativeResize="0"/>
          <p:nvPr/>
        </p:nvPicPr>
        <p:blipFill rotWithShape="1">
          <a:blip r:embed="rId3">
            <a:alphaModFix/>
          </a:blip>
          <a:srcRect b="0" l="0" r="0" t="0"/>
          <a:stretch/>
        </p:blipFill>
        <p:spPr>
          <a:xfrm>
            <a:off x="9457650" y="287583"/>
            <a:ext cx="1472478" cy="1472478"/>
          </a:xfrm>
          <a:prstGeom prst="rect">
            <a:avLst/>
          </a:prstGeom>
          <a:noFill/>
          <a:ln>
            <a:noFill/>
          </a:ln>
        </p:spPr>
      </p:pic>
      <p:pic>
        <p:nvPicPr>
          <p:cNvPr id="218" name="Google Shape;218;p29"/>
          <p:cNvPicPr preferRelativeResize="0"/>
          <p:nvPr/>
        </p:nvPicPr>
        <p:blipFill>
          <a:blip r:embed="rId4">
            <a:alphaModFix/>
          </a:blip>
          <a:stretch>
            <a:fillRect/>
          </a:stretch>
        </p:blipFill>
        <p:spPr>
          <a:xfrm>
            <a:off x="279325" y="717700"/>
            <a:ext cx="9081301" cy="6048224"/>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30"/>
          <p:cNvSpPr txBox="1"/>
          <p:nvPr>
            <p:ph type="title"/>
          </p:nvPr>
        </p:nvSpPr>
        <p:spPr>
          <a:xfrm>
            <a:off x="1261872" y="365760"/>
            <a:ext cx="9692700" cy="132570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entury Schoolbook"/>
              <a:buNone/>
            </a:pPr>
            <a:r>
              <a:rPr lang="en-US"/>
              <a:t>Work Done</a:t>
            </a:r>
            <a:endParaRPr/>
          </a:p>
        </p:txBody>
      </p:sp>
      <p:sp>
        <p:nvSpPr>
          <p:cNvPr id="224" name="Google Shape;224;p30"/>
          <p:cNvSpPr txBox="1"/>
          <p:nvPr>
            <p:ph idx="1" type="body"/>
          </p:nvPr>
        </p:nvSpPr>
        <p:spPr>
          <a:xfrm>
            <a:off x="1261872" y="1828800"/>
            <a:ext cx="8595300" cy="4351200"/>
          </a:xfrm>
          <a:prstGeom prst="rect">
            <a:avLst/>
          </a:prstGeom>
          <a:noFill/>
          <a:ln>
            <a:noFill/>
          </a:ln>
        </p:spPr>
        <p:txBody>
          <a:bodyPr anchorCtr="0" anchor="t" bIns="45700" lIns="91425" spcFirstLastPara="1" rIns="91425" wrap="square" tIns="45700">
            <a:normAutofit/>
          </a:bodyPr>
          <a:lstStyle/>
          <a:p>
            <a:pPr indent="-271780" lvl="0" marL="182880" rtl="0" algn="l">
              <a:lnSpc>
                <a:spcPct val="95000"/>
              </a:lnSpc>
              <a:spcBef>
                <a:spcPts val="0"/>
              </a:spcBef>
              <a:spcAft>
                <a:spcPts val="0"/>
              </a:spcAft>
              <a:buSzPts val="3000"/>
              <a:buFont typeface="Noto Sans Symbols"/>
              <a:buChar char="⮚"/>
            </a:pPr>
            <a:r>
              <a:rPr lang="en-US" sz="3000"/>
              <a:t>Literature Review</a:t>
            </a:r>
            <a:endParaRPr sz="3000"/>
          </a:p>
          <a:p>
            <a:pPr indent="-271780" lvl="0" marL="182880" rtl="0" algn="l">
              <a:lnSpc>
                <a:spcPct val="95000"/>
              </a:lnSpc>
              <a:spcBef>
                <a:spcPts val="1600"/>
              </a:spcBef>
              <a:spcAft>
                <a:spcPts val="0"/>
              </a:spcAft>
              <a:buSzPts val="3000"/>
              <a:buFont typeface="Noto Sans Symbols"/>
              <a:buChar char="⮚"/>
            </a:pPr>
            <a:r>
              <a:rPr lang="en-US" sz="3000"/>
              <a:t>Data Set (in progress)</a:t>
            </a:r>
            <a:endParaRPr sz="3000"/>
          </a:p>
          <a:p>
            <a:pPr indent="-271780" lvl="0" marL="182880" rtl="0" algn="l">
              <a:lnSpc>
                <a:spcPct val="95000"/>
              </a:lnSpc>
              <a:spcBef>
                <a:spcPts val="1700"/>
              </a:spcBef>
              <a:spcAft>
                <a:spcPts val="0"/>
              </a:spcAft>
              <a:buSzPts val="3000"/>
              <a:buFont typeface="Noto Sans Symbols"/>
              <a:buChar char="⮚"/>
            </a:pPr>
            <a:r>
              <a:rPr lang="en-US" sz="3000"/>
              <a:t>UML Diagrams</a:t>
            </a:r>
            <a:endParaRPr sz="3000"/>
          </a:p>
          <a:p>
            <a:pPr indent="0" lvl="0" marL="182880" rtl="0" algn="l">
              <a:lnSpc>
                <a:spcPct val="95000"/>
              </a:lnSpc>
              <a:spcBef>
                <a:spcPts val="1600"/>
              </a:spcBef>
              <a:spcAft>
                <a:spcPts val="0"/>
              </a:spcAft>
              <a:buNone/>
            </a:pPr>
            <a:r>
              <a:t/>
            </a:r>
            <a:endParaRPr sz="3000"/>
          </a:p>
        </p:txBody>
      </p:sp>
      <p:sp>
        <p:nvSpPr>
          <p:cNvPr id="225" name="Google Shape;225;p30"/>
          <p:cNvSpPr txBox="1"/>
          <p:nvPr>
            <p:ph idx="12" type="sldNum"/>
          </p:nvPr>
        </p:nvSpPr>
        <p:spPr>
          <a:xfrm>
            <a:off x="11292840" y="6172200"/>
            <a:ext cx="914400" cy="593700"/>
          </a:xfrm>
          <a:prstGeom prst="rect">
            <a:avLst/>
          </a:prstGeom>
          <a:noFill/>
          <a:ln>
            <a:noFill/>
          </a:ln>
        </p:spPr>
        <p:txBody>
          <a:bodyPr anchorCtr="0" anchor="ctr" bIns="45700" lIns="45700" spcFirstLastPara="1" rIns="45700" wrap="square" tIns="45700">
            <a:normAutofit lnSpcReduction="10000"/>
          </a:body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sp>
        <p:nvSpPr>
          <p:cNvPr id="231" name="Google Shape;231;p31"/>
          <p:cNvSpPr txBox="1"/>
          <p:nvPr>
            <p:ph idx="12" type="sldNum"/>
          </p:nvPr>
        </p:nvSpPr>
        <p:spPr>
          <a:xfrm>
            <a:off x="11292840" y="6172200"/>
            <a:ext cx="914400" cy="593700"/>
          </a:xfrm>
          <a:prstGeom prst="rect">
            <a:avLst/>
          </a:prstGeom>
        </p:spPr>
        <p:txBody>
          <a:bodyPr anchorCtr="0" anchor="ctr" bIns="45700" lIns="45700" spcFirstLastPara="1" rIns="45700" wrap="square" tIns="45700">
            <a:normAutofit lnSpcReduction="10000"/>
          </a:bodyPr>
          <a:lstStyle/>
          <a:p>
            <a:pPr indent="0" lvl="0" marL="0" rtl="0" algn="ctr">
              <a:spcBef>
                <a:spcPts val="0"/>
              </a:spcBef>
              <a:spcAft>
                <a:spcPts val="0"/>
              </a:spcAft>
              <a:buClr>
                <a:srgbClr val="000000"/>
              </a:buClr>
              <a:buFont typeface="Arial"/>
              <a:buNone/>
            </a:pPr>
            <a:fld id="{00000000-1234-1234-1234-123412341234}" type="slidenum">
              <a:rPr lang="en-US"/>
              <a:t>‹#›</a:t>
            </a:fld>
            <a:endParaRPr/>
          </a:p>
        </p:txBody>
      </p:sp>
      <p:pic>
        <p:nvPicPr>
          <p:cNvPr id="232" name="Google Shape;232;p31"/>
          <p:cNvPicPr preferRelativeResize="0"/>
          <p:nvPr/>
        </p:nvPicPr>
        <p:blipFill>
          <a:blip r:embed="rId3">
            <a:alphaModFix/>
          </a:blip>
          <a:stretch>
            <a:fillRect/>
          </a:stretch>
        </p:blipFill>
        <p:spPr>
          <a:xfrm>
            <a:off x="152400" y="152400"/>
            <a:ext cx="10988042" cy="6326967"/>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sp>
        <p:nvSpPr>
          <p:cNvPr id="237" name="Google Shape;237;p32"/>
          <p:cNvSpPr txBox="1"/>
          <p:nvPr>
            <p:ph type="title"/>
          </p:nvPr>
        </p:nvSpPr>
        <p:spPr>
          <a:xfrm>
            <a:off x="1261872" y="365760"/>
            <a:ext cx="9692700" cy="132570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entury Schoolbook"/>
              <a:buNone/>
            </a:pPr>
            <a:r>
              <a:rPr lang="en-US"/>
              <a:t>References</a:t>
            </a:r>
            <a:endParaRPr/>
          </a:p>
        </p:txBody>
      </p:sp>
      <p:sp>
        <p:nvSpPr>
          <p:cNvPr id="238" name="Google Shape;238;p32"/>
          <p:cNvSpPr txBox="1"/>
          <p:nvPr>
            <p:ph idx="1" type="body"/>
          </p:nvPr>
        </p:nvSpPr>
        <p:spPr>
          <a:xfrm>
            <a:off x="987552" y="1838238"/>
            <a:ext cx="8595300" cy="4607400"/>
          </a:xfrm>
          <a:prstGeom prst="rect">
            <a:avLst/>
          </a:prstGeom>
          <a:noFill/>
          <a:ln>
            <a:noFill/>
          </a:ln>
        </p:spPr>
        <p:txBody>
          <a:bodyPr anchorCtr="0" anchor="t" bIns="45700" lIns="91425" spcFirstLastPara="1" rIns="91425" wrap="square" tIns="45700">
            <a:noAutofit/>
          </a:bodyPr>
          <a:lstStyle/>
          <a:p>
            <a:pPr indent="0" lvl="0" marL="182880" rtl="0" algn="l">
              <a:lnSpc>
                <a:spcPct val="115000"/>
              </a:lnSpc>
              <a:spcBef>
                <a:spcPts val="1200"/>
              </a:spcBef>
              <a:spcAft>
                <a:spcPts val="0"/>
              </a:spcAft>
              <a:buNone/>
            </a:pPr>
            <a:r>
              <a:rPr lang="en-US" sz="1400"/>
              <a:t>[1] </a:t>
            </a:r>
            <a:r>
              <a:rPr lang="en-US" sz="1400">
                <a:solidFill>
                  <a:srgbClr val="222222"/>
                </a:solidFill>
                <a:highlight>
                  <a:srgbClr val="FFFFFF"/>
                </a:highlight>
                <a:latin typeface="Arial"/>
                <a:ea typeface="Arial"/>
                <a:cs typeface="Arial"/>
                <a:sym typeface="Arial"/>
              </a:rPr>
              <a:t>Sajid, M., Khan, A.H., Malik, K.R., Khan, J.A. and Alwadain, A., 2025. A new approach of anomaly detection in shopping center surveillance videos for theft prevention based on RLCNN model. </a:t>
            </a:r>
            <a:r>
              <a:rPr i="1" lang="en-US" sz="1400">
                <a:solidFill>
                  <a:srgbClr val="222222"/>
                </a:solidFill>
                <a:highlight>
                  <a:srgbClr val="FFFFFF"/>
                </a:highlight>
                <a:latin typeface="Arial"/>
                <a:ea typeface="Arial"/>
                <a:cs typeface="Arial"/>
                <a:sym typeface="Arial"/>
              </a:rPr>
              <a:t>PeerJ Computer Science</a:t>
            </a:r>
            <a:r>
              <a:rPr lang="en-US" sz="1400">
                <a:solidFill>
                  <a:srgbClr val="222222"/>
                </a:solidFill>
                <a:highlight>
                  <a:srgbClr val="FFFFFF"/>
                </a:highlight>
                <a:latin typeface="Arial"/>
                <a:ea typeface="Arial"/>
                <a:cs typeface="Arial"/>
                <a:sym typeface="Arial"/>
              </a:rPr>
              <a:t>, </a:t>
            </a:r>
            <a:r>
              <a:rPr i="1" lang="en-US" sz="1400">
                <a:solidFill>
                  <a:srgbClr val="222222"/>
                </a:solidFill>
                <a:highlight>
                  <a:srgbClr val="FFFFFF"/>
                </a:highlight>
                <a:latin typeface="Arial"/>
                <a:ea typeface="Arial"/>
                <a:cs typeface="Arial"/>
                <a:sym typeface="Arial"/>
              </a:rPr>
              <a:t>11</a:t>
            </a:r>
            <a:r>
              <a:rPr lang="en-US" sz="1400">
                <a:solidFill>
                  <a:srgbClr val="222222"/>
                </a:solidFill>
                <a:highlight>
                  <a:srgbClr val="FFFFFF"/>
                </a:highlight>
                <a:latin typeface="Arial"/>
                <a:ea typeface="Arial"/>
                <a:cs typeface="Arial"/>
                <a:sym typeface="Arial"/>
              </a:rPr>
              <a:t>, p.e2944.</a:t>
            </a:r>
            <a:endParaRPr sz="1400">
              <a:solidFill>
                <a:srgbClr val="222222"/>
              </a:solidFill>
              <a:highlight>
                <a:srgbClr val="FFFFFF"/>
              </a:highlight>
              <a:latin typeface="Arial"/>
              <a:ea typeface="Arial"/>
              <a:cs typeface="Arial"/>
              <a:sym typeface="Arial"/>
            </a:endParaRPr>
          </a:p>
          <a:p>
            <a:pPr indent="0" lvl="0" marL="182880" rtl="0" algn="l">
              <a:lnSpc>
                <a:spcPct val="115000"/>
              </a:lnSpc>
              <a:spcBef>
                <a:spcPts val="1200"/>
              </a:spcBef>
              <a:spcAft>
                <a:spcPts val="0"/>
              </a:spcAft>
              <a:buNone/>
            </a:pPr>
            <a:r>
              <a:rPr lang="en-US" sz="1400"/>
              <a:t>[2] </a:t>
            </a:r>
            <a:r>
              <a:rPr lang="en-US" sz="1400">
                <a:solidFill>
                  <a:srgbClr val="222222"/>
                </a:solidFill>
                <a:highlight>
                  <a:srgbClr val="FFFFFF"/>
                </a:highlight>
                <a:latin typeface="Arial"/>
                <a:ea typeface="Arial"/>
                <a:cs typeface="Arial"/>
                <a:sym typeface="Arial"/>
              </a:rPr>
              <a:t>Rashvand, N., Noghre, G.A., Pazho, A.D., Yao, S. and Tabkhi, H., 2025. Exploring Pose-Based Anomaly Detection for Retail Security: A Real-World Shoplifting Dataset and Benchmark. In </a:t>
            </a:r>
            <a:r>
              <a:rPr i="1" lang="en-US" sz="1400">
                <a:solidFill>
                  <a:srgbClr val="222222"/>
                </a:solidFill>
                <a:highlight>
                  <a:srgbClr val="FFFFFF"/>
                </a:highlight>
                <a:latin typeface="Arial"/>
                <a:ea typeface="Arial"/>
                <a:cs typeface="Arial"/>
                <a:sym typeface="Arial"/>
              </a:rPr>
              <a:t>Proceedings of the Winter Conference on Applications of Computer Vision</a:t>
            </a:r>
            <a:r>
              <a:rPr lang="en-US" sz="1400">
                <a:solidFill>
                  <a:srgbClr val="222222"/>
                </a:solidFill>
                <a:highlight>
                  <a:srgbClr val="FFFFFF"/>
                </a:highlight>
                <a:latin typeface="Arial"/>
                <a:ea typeface="Arial"/>
                <a:cs typeface="Arial"/>
                <a:sym typeface="Arial"/>
              </a:rPr>
              <a:t> (pp. 1123-1131).</a:t>
            </a:r>
            <a:endParaRPr sz="1400">
              <a:solidFill>
                <a:srgbClr val="222222"/>
              </a:solidFill>
              <a:highlight>
                <a:srgbClr val="FFFFFF"/>
              </a:highlight>
              <a:latin typeface="Arial"/>
              <a:ea typeface="Arial"/>
              <a:cs typeface="Arial"/>
              <a:sym typeface="Arial"/>
            </a:endParaRPr>
          </a:p>
          <a:p>
            <a:pPr indent="0" lvl="0" marL="182880" rtl="0" algn="l">
              <a:lnSpc>
                <a:spcPct val="115000"/>
              </a:lnSpc>
              <a:spcBef>
                <a:spcPts val="1200"/>
              </a:spcBef>
              <a:spcAft>
                <a:spcPts val="0"/>
              </a:spcAft>
              <a:buNone/>
            </a:pPr>
            <a:r>
              <a:rPr lang="en-US" sz="1400"/>
              <a:t>[3] </a:t>
            </a:r>
            <a:r>
              <a:rPr lang="en-US" sz="1400">
                <a:solidFill>
                  <a:srgbClr val="222222"/>
                </a:solidFill>
                <a:highlight>
                  <a:srgbClr val="FFFFFF"/>
                </a:highlight>
                <a:latin typeface="Arial"/>
                <a:ea typeface="Arial"/>
                <a:cs typeface="Arial"/>
                <a:sym typeface="Arial"/>
              </a:rPr>
              <a:t>Khadse, S., Nandanwar, B., Kirme, A., Bagde, T. and Kamble, V., 2022. Machine Learning Based Theft Detection Using Yolo Object Detection. </a:t>
            </a:r>
            <a:r>
              <a:rPr i="1" lang="en-US" sz="1400">
                <a:solidFill>
                  <a:srgbClr val="222222"/>
                </a:solidFill>
                <a:highlight>
                  <a:srgbClr val="FFFFFF"/>
                </a:highlight>
                <a:latin typeface="Arial"/>
                <a:ea typeface="Arial"/>
                <a:cs typeface="Arial"/>
                <a:sym typeface="Arial"/>
              </a:rPr>
              <a:t>Doi https://doi. org/10.32628/IJSRST</a:t>
            </a:r>
            <a:r>
              <a:rPr lang="en-US" sz="1400">
                <a:solidFill>
                  <a:srgbClr val="222222"/>
                </a:solidFill>
                <a:highlight>
                  <a:srgbClr val="FFFFFF"/>
                </a:highlight>
                <a:latin typeface="Arial"/>
                <a:ea typeface="Arial"/>
                <a:cs typeface="Arial"/>
                <a:sym typeface="Arial"/>
              </a:rPr>
              <a:t>.</a:t>
            </a:r>
            <a:endParaRPr sz="1400"/>
          </a:p>
          <a:p>
            <a:pPr indent="0" lvl="0" marL="182880" rtl="0" algn="l">
              <a:lnSpc>
                <a:spcPct val="115000"/>
              </a:lnSpc>
              <a:spcBef>
                <a:spcPts val="1200"/>
              </a:spcBef>
              <a:spcAft>
                <a:spcPts val="0"/>
              </a:spcAft>
              <a:buNone/>
            </a:pPr>
            <a:r>
              <a:rPr lang="en-US" sz="1400"/>
              <a:t>[4] </a:t>
            </a:r>
            <a:r>
              <a:rPr lang="en-US" sz="1400">
                <a:solidFill>
                  <a:srgbClr val="222222"/>
                </a:solidFill>
                <a:highlight>
                  <a:srgbClr val="FFFFFF"/>
                </a:highlight>
                <a:latin typeface="Arial"/>
                <a:ea typeface="Arial"/>
                <a:cs typeface="Arial"/>
                <a:sym typeface="Arial"/>
              </a:rPr>
              <a:t>Martínez-Mascorro, G.A., Abreu-Pederzini, J.R., Ortiz-Bayliss, J.C. and Terashima-Marín, H., 2020. Suspicious behavior detection on shoplifting cases for crime prevention by using 3D convolutional neural networks. </a:t>
            </a:r>
            <a:r>
              <a:rPr i="1" lang="en-US" sz="1400">
                <a:solidFill>
                  <a:srgbClr val="222222"/>
                </a:solidFill>
                <a:highlight>
                  <a:srgbClr val="FFFFFF"/>
                </a:highlight>
                <a:latin typeface="Arial"/>
                <a:ea typeface="Arial"/>
                <a:cs typeface="Arial"/>
                <a:sym typeface="Arial"/>
              </a:rPr>
              <a:t>arXiv preprint arXiv:2005.02142</a:t>
            </a:r>
            <a:r>
              <a:rPr lang="en-US" sz="1400">
                <a:solidFill>
                  <a:srgbClr val="222222"/>
                </a:solidFill>
                <a:highlight>
                  <a:srgbClr val="FFFFFF"/>
                </a:highlight>
                <a:latin typeface="Arial"/>
                <a:ea typeface="Arial"/>
                <a:cs typeface="Arial"/>
                <a:sym typeface="Arial"/>
              </a:rPr>
              <a:t>.</a:t>
            </a:r>
            <a:endParaRPr sz="1400"/>
          </a:p>
          <a:p>
            <a:pPr indent="0" lvl="0" marL="182880" rtl="0" algn="l">
              <a:lnSpc>
                <a:spcPct val="115000"/>
              </a:lnSpc>
              <a:spcBef>
                <a:spcPts val="1200"/>
              </a:spcBef>
              <a:spcAft>
                <a:spcPts val="0"/>
              </a:spcAft>
              <a:buNone/>
            </a:pPr>
            <a:r>
              <a:rPr lang="en-US" sz="1400"/>
              <a:t>[5]</a:t>
            </a:r>
            <a:r>
              <a:rPr lang="en-US" sz="1400">
                <a:solidFill>
                  <a:srgbClr val="222222"/>
                </a:solidFill>
                <a:highlight>
                  <a:srgbClr val="FFFFFF"/>
                </a:highlight>
                <a:latin typeface="Arial"/>
                <a:ea typeface="Arial"/>
                <a:cs typeface="Arial"/>
                <a:sym typeface="Arial"/>
              </a:rPr>
              <a:t>Muneer, I., Saddique, M., Habib, Z. and Mohamed, H.G., 2023. Shoplifting detection using hybrid neural network cnn-bilsmt and development of benchmark dataset. </a:t>
            </a:r>
            <a:r>
              <a:rPr i="1" lang="en-US" sz="1400">
                <a:solidFill>
                  <a:srgbClr val="222222"/>
                </a:solidFill>
                <a:highlight>
                  <a:srgbClr val="FFFFFF"/>
                </a:highlight>
                <a:latin typeface="Arial"/>
                <a:ea typeface="Arial"/>
                <a:cs typeface="Arial"/>
                <a:sym typeface="Arial"/>
              </a:rPr>
              <a:t>Applied Sciences</a:t>
            </a:r>
            <a:r>
              <a:rPr lang="en-US" sz="1400">
                <a:solidFill>
                  <a:srgbClr val="222222"/>
                </a:solidFill>
                <a:highlight>
                  <a:srgbClr val="FFFFFF"/>
                </a:highlight>
                <a:latin typeface="Arial"/>
                <a:ea typeface="Arial"/>
                <a:cs typeface="Arial"/>
                <a:sym typeface="Arial"/>
              </a:rPr>
              <a:t>, </a:t>
            </a:r>
            <a:r>
              <a:rPr i="1" lang="en-US" sz="1400">
                <a:solidFill>
                  <a:srgbClr val="222222"/>
                </a:solidFill>
                <a:highlight>
                  <a:srgbClr val="FFFFFF"/>
                </a:highlight>
                <a:latin typeface="Arial"/>
                <a:ea typeface="Arial"/>
                <a:cs typeface="Arial"/>
                <a:sym typeface="Arial"/>
              </a:rPr>
              <a:t>13</a:t>
            </a:r>
            <a:r>
              <a:rPr lang="en-US" sz="1400">
                <a:solidFill>
                  <a:srgbClr val="222222"/>
                </a:solidFill>
                <a:highlight>
                  <a:srgbClr val="FFFFFF"/>
                </a:highlight>
                <a:latin typeface="Arial"/>
                <a:ea typeface="Arial"/>
                <a:cs typeface="Arial"/>
                <a:sym typeface="Arial"/>
              </a:rPr>
              <a:t>(14), p.8341.</a:t>
            </a:r>
            <a:r>
              <a:rPr lang="en-US" sz="1400"/>
              <a:t>.</a:t>
            </a:r>
            <a:endParaRPr sz="1400"/>
          </a:p>
          <a:p>
            <a:pPr indent="0" lvl="0" marL="182880" rtl="0" algn="l">
              <a:lnSpc>
                <a:spcPct val="115000"/>
              </a:lnSpc>
              <a:spcBef>
                <a:spcPts val="1200"/>
              </a:spcBef>
              <a:spcAft>
                <a:spcPts val="0"/>
              </a:spcAft>
              <a:buNone/>
            </a:pPr>
            <a:r>
              <a:rPr lang="en-US" sz="1400"/>
              <a:t>[6] </a:t>
            </a:r>
            <a:r>
              <a:rPr lang="en-US" sz="1400">
                <a:solidFill>
                  <a:srgbClr val="222222"/>
                </a:solidFill>
                <a:highlight>
                  <a:srgbClr val="FFFFFF"/>
                </a:highlight>
                <a:latin typeface="Arial"/>
                <a:ea typeface="Arial"/>
                <a:cs typeface="Arial"/>
                <a:sym typeface="Arial"/>
              </a:rPr>
              <a:t>Rashvand, N., Noghre, G.A., Pazho, A.D., Ardabili, B.R. and Tabkhi, H., 2025. Shopformer: Transformer-Based Framework for Detecting Shoplifting via Human Pose. In </a:t>
            </a:r>
            <a:r>
              <a:rPr i="1" lang="en-US" sz="1400">
                <a:solidFill>
                  <a:srgbClr val="222222"/>
                </a:solidFill>
                <a:highlight>
                  <a:srgbClr val="FFFFFF"/>
                </a:highlight>
                <a:latin typeface="Arial"/>
                <a:ea typeface="Arial"/>
                <a:cs typeface="Arial"/>
                <a:sym typeface="Arial"/>
              </a:rPr>
              <a:t>Proceedings of the Computer Vision and Pattern Recognition Conference</a:t>
            </a:r>
            <a:r>
              <a:rPr lang="en-US" sz="1400">
                <a:solidFill>
                  <a:srgbClr val="222222"/>
                </a:solidFill>
                <a:highlight>
                  <a:srgbClr val="FFFFFF"/>
                </a:highlight>
                <a:latin typeface="Arial"/>
                <a:ea typeface="Arial"/>
                <a:cs typeface="Arial"/>
                <a:sym typeface="Arial"/>
              </a:rPr>
              <a:t> (pp. 5752-5761).</a:t>
            </a:r>
            <a:endParaRPr sz="1400"/>
          </a:p>
          <a:p>
            <a:pPr indent="0" lvl="0" marL="0" rtl="0" algn="l">
              <a:lnSpc>
                <a:spcPct val="95000"/>
              </a:lnSpc>
              <a:spcBef>
                <a:spcPts val="1600"/>
              </a:spcBef>
              <a:spcAft>
                <a:spcPts val="0"/>
              </a:spcAft>
              <a:buNone/>
            </a:pPr>
            <a:r>
              <a:t/>
            </a:r>
            <a:endParaRPr sz="1700"/>
          </a:p>
        </p:txBody>
      </p:sp>
      <p:sp>
        <p:nvSpPr>
          <p:cNvPr id="239" name="Google Shape;239;p32"/>
          <p:cNvSpPr txBox="1"/>
          <p:nvPr>
            <p:ph idx="12" type="sldNum"/>
          </p:nvPr>
        </p:nvSpPr>
        <p:spPr>
          <a:xfrm>
            <a:off x="11292840" y="6172200"/>
            <a:ext cx="914400" cy="593700"/>
          </a:xfrm>
          <a:prstGeom prst="rect">
            <a:avLst/>
          </a:prstGeom>
          <a:noFill/>
          <a:ln>
            <a:noFill/>
          </a:ln>
        </p:spPr>
        <p:txBody>
          <a:bodyPr anchorCtr="0" anchor="ctr" bIns="45700" lIns="45700" spcFirstLastPara="1" rIns="45700" wrap="square" tIns="45700">
            <a:normAutofit lnSpcReduction="10000"/>
          </a:bodyPr>
          <a:lstStyle/>
          <a:p>
            <a:pPr indent="0" lvl="0" marL="0" rtl="0" algn="ctr">
              <a:spcBef>
                <a:spcPts val="0"/>
              </a:spcBef>
              <a:spcAft>
                <a:spcPts val="0"/>
              </a:spcAft>
              <a:buNone/>
            </a:pPr>
            <a:fld id="{00000000-1234-1234-1234-123412341234}" type="slidenum">
              <a:rPr lang="en-US"/>
              <a:t>‹#›</a:t>
            </a:fld>
            <a:endParaRPr/>
          </a:p>
        </p:txBody>
      </p:sp>
      <p:pic>
        <p:nvPicPr>
          <p:cNvPr descr="National University of Computer and Emerging Sciences - Wikipedia" id="240" name="Google Shape;240;p32"/>
          <p:cNvPicPr preferRelativeResize="0"/>
          <p:nvPr/>
        </p:nvPicPr>
        <p:blipFill rotWithShape="1">
          <a:blip r:embed="rId3">
            <a:alphaModFix/>
          </a:blip>
          <a:srcRect b="0" l="0" r="0" t="0"/>
          <a:stretch/>
        </p:blipFill>
        <p:spPr>
          <a:xfrm>
            <a:off x="9457650" y="287583"/>
            <a:ext cx="1472478" cy="1472478"/>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43437"/>
        </a:solidFill>
      </p:bgPr>
    </p:bg>
    <p:spTree>
      <p:nvGrpSpPr>
        <p:cNvPr id="244" name="Shape 244"/>
        <p:cNvGrpSpPr/>
        <p:nvPr/>
      </p:nvGrpSpPr>
      <p:grpSpPr>
        <a:xfrm>
          <a:off x="0" y="0"/>
          <a:ext cx="0" cy="0"/>
          <a:chOff x="0" y="0"/>
          <a:chExt cx="0" cy="0"/>
        </a:xfrm>
      </p:grpSpPr>
      <p:sp>
        <p:nvSpPr>
          <p:cNvPr id="245" name="Google Shape;245;p33"/>
          <p:cNvSpPr txBox="1"/>
          <p:nvPr>
            <p:ph type="ctrTitle"/>
          </p:nvPr>
        </p:nvSpPr>
        <p:spPr>
          <a:xfrm>
            <a:off x="855940" y="1416546"/>
            <a:ext cx="10480200" cy="1813500"/>
          </a:xfrm>
          <a:prstGeom prst="rect">
            <a:avLst/>
          </a:prstGeom>
          <a:noFill/>
          <a:ln>
            <a:noFill/>
          </a:ln>
        </p:spPr>
        <p:txBody>
          <a:bodyPr anchorCtr="0" anchor="b" bIns="45700" lIns="91425" spcFirstLastPara="1" rIns="91425" wrap="square" tIns="45700">
            <a:normAutofit/>
          </a:bodyPr>
          <a:lstStyle/>
          <a:p>
            <a:pPr indent="0" lvl="0" marL="0" rtl="0" algn="ctr">
              <a:lnSpc>
                <a:spcPct val="85000"/>
              </a:lnSpc>
              <a:spcBef>
                <a:spcPts val="0"/>
              </a:spcBef>
              <a:spcAft>
                <a:spcPts val="0"/>
              </a:spcAft>
              <a:buClr>
                <a:schemeClr val="lt1"/>
              </a:buClr>
              <a:buSzPts val="4400"/>
              <a:buFont typeface="Century Schoolbook"/>
              <a:buNone/>
            </a:pPr>
            <a:r>
              <a:rPr lang="en-US" sz="10000"/>
              <a:t>Than</a:t>
            </a:r>
            <a:r>
              <a:rPr lang="en-US" sz="10000"/>
              <a:t>k </a:t>
            </a:r>
            <a:r>
              <a:rPr lang="en-US" sz="10000"/>
              <a:t>Yo</a:t>
            </a:r>
            <a:r>
              <a:rPr lang="en-US" sz="10000"/>
              <a:t>u</a:t>
            </a:r>
            <a:endParaRPr sz="10000"/>
          </a:p>
        </p:txBody>
      </p:sp>
      <p:pic>
        <p:nvPicPr>
          <p:cNvPr descr="National University of Computer and Emerging Sciences - Wikipedia" id="246" name="Google Shape;246;p33"/>
          <p:cNvPicPr preferRelativeResize="0"/>
          <p:nvPr/>
        </p:nvPicPr>
        <p:blipFill rotWithShape="1">
          <a:blip r:embed="rId3">
            <a:alphaModFix/>
          </a:blip>
          <a:srcRect b="0" l="0" r="0" t="0"/>
          <a:stretch/>
        </p:blipFill>
        <p:spPr>
          <a:xfrm>
            <a:off x="10269514" y="255554"/>
            <a:ext cx="1472478" cy="1472478"/>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View">
  <a:themeElements>
    <a:clrScheme name="View">
      <a:dk1>
        <a:srgbClr val="000000"/>
      </a:dk1>
      <a:lt1>
        <a:srgbClr val="FFFFFF"/>
      </a:lt1>
      <a:dk2>
        <a:srgbClr val="46464A"/>
      </a:dk2>
      <a:lt2>
        <a:srgbClr val="D6D3CC"/>
      </a:lt2>
      <a:accent1>
        <a:srgbClr val="6F6F74"/>
      </a:accent1>
      <a:accent2>
        <a:srgbClr val="92A9B9"/>
      </a:accent2>
      <a:accent3>
        <a:srgbClr val="A7B789"/>
      </a:accent3>
      <a:accent4>
        <a:srgbClr val="B9A489"/>
      </a:accent4>
      <a:accent5>
        <a:srgbClr val="8D6374"/>
      </a:accent5>
      <a:accent6>
        <a:srgbClr val="9B7362"/>
      </a:accent6>
      <a:hlink>
        <a:srgbClr val="67AABF"/>
      </a:hlink>
      <a:folHlink>
        <a:srgbClr val="ABAFA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View">
  <a:themeElements>
    <a:clrScheme name="View">
      <a:dk1>
        <a:srgbClr val="000000"/>
      </a:dk1>
      <a:lt1>
        <a:srgbClr val="FFFFFF"/>
      </a:lt1>
      <a:dk2>
        <a:srgbClr val="46464A"/>
      </a:dk2>
      <a:lt2>
        <a:srgbClr val="D6D3CC"/>
      </a:lt2>
      <a:accent1>
        <a:srgbClr val="6F6F74"/>
      </a:accent1>
      <a:accent2>
        <a:srgbClr val="92A9B9"/>
      </a:accent2>
      <a:accent3>
        <a:srgbClr val="A7B789"/>
      </a:accent3>
      <a:accent4>
        <a:srgbClr val="B9A489"/>
      </a:accent4>
      <a:accent5>
        <a:srgbClr val="8D6374"/>
      </a:accent5>
      <a:accent6>
        <a:srgbClr val="9B7362"/>
      </a:accent6>
      <a:hlink>
        <a:srgbClr val="67AABF"/>
      </a:hlink>
      <a:folHlink>
        <a:srgbClr val="ABAFA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